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9" r:id="rId2"/>
    <p:sldId id="334" r:id="rId3"/>
    <p:sldId id="333" r:id="rId4"/>
    <p:sldId id="335" r:id="rId5"/>
    <p:sldId id="336" r:id="rId6"/>
    <p:sldId id="337" r:id="rId7"/>
    <p:sldId id="338" r:id="rId8"/>
    <p:sldId id="339" r:id="rId9"/>
    <p:sldId id="3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2524"/>
    <a:srgbClr val="00B2FF"/>
    <a:srgbClr val="9C1D1C"/>
    <a:srgbClr val="014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AB6A-02CD-4747-AA87-780F4F8E6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69E25-C254-4F7D-9D69-E843AEC70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55F53-8BCE-494A-AD40-70010141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C8369-BFF0-4025-A835-C907C064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A475F-3762-481A-99F6-D3E99CF5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5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323D-2713-4825-994F-7C10B6CA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8B0B-25C5-448C-BA9A-16AADAA38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7B6B4-68D2-4992-B3E4-D8E86E1B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29EE9-959D-489F-9D2D-BC1C89D9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8C247-2D52-4C4C-BB37-64F73BF9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8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6C16-9698-49B1-B18E-5E75B95C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34E27-01C8-4B90-9367-ED05B38B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F259D-6D1D-48A2-BDBC-E25C0787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EB7B8-47F5-4CE8-8FED-1218B02C0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3F683-ABE9-4D17-A2E1-37A3BA4F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7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40F8-67D3-46D6-ACCC-A0927BEC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D5AA3-B4D6-48FF-A2B2-D6FA75BEF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0EABF-FE1D-41C2-AD95-B7A728C11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27C50-8AC7-4B27-9E80-A98FD26F3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0CC67-C2C3-4843-9182-2A4FEDBA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1FDF6-531B-468A-B173-841FE1CA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4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1909-0BFE-4B80-905F-0FDAEBF28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9B871-80B2-4AF2-9AB7-BE6E9374B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616C7-B587-43EA-9A0C-295DF96A0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8572E-9A21-4AF6-AF4F-CBB6E3FB4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E730C-9E3E-4BB6-A059-6E083EBBD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EE6EC-A2E4-49DF-BD70-7DDEF727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32840-E5F0-4DE1-9571-DE724925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B3C098-B6DA-4D6B-A815-EDBBE860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7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9BC5-36AF-4C39-ADE1-AAE84951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E2A37-134B-4CD1-9A8C-E3AB813E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5AED9-A892-4DF4-ACD1-42BE962A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96CA2-9806-4F85-B74C-CBB0DE30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2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B8C8AA-02E0-4ABC-9610-8834278E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42843-8BE0-4117-9E4C-C53E2CE8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639CA-EFDE-436E-AE04-BBF7EAF3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8FFB-90CA-4C7D-8B14-B5BA74A0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C858D-CA70-4598-9364-F5E959672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B88C-3CD4-4A6A-B2F8-FDF931486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602E7-3D2A-4545-91C5-86A504FE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B29E-AE16-4B7E-B319-8E1639AE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2BF98-DEEB-45A9-8C3A-A8F8044B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2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8C2C-A09C-4AEF-A050-C52125E3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24190-F406-4036-B298-D9E681F10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EF5BB-D0D0-46B5-82D9-02B24112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A3A82-0D07-4C40-9EAD-50773D22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0BB98-AAEC-48A8-8078-8E8F6DA9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E3BA3-4A46-4611-B374-1DC51210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4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FD54-C55A-49D9-AED7-8142B1476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C1C04-6AD8-453C-9178-BDBAA7F3F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DC10A-55B5-498F-9621-B71AD3F1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17D37-2EB1-4533-ABAA-E333E8E0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3E5D3-069D-4DC8-A4E9-F6D15EBA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0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A34B2-BF9D-4822-B078-265D93FBC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2BF12-EF0F-4ACE-9E4C-669C1ED59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E2706-38F4-467B-8323-91EBA8DE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4D326-BB3E-4DB8-83DF-90E9E1F7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12321-5139-4D99-8923-59DB1C83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28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29967-2FBE-4A64-86B6-A8A4D13C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E3FB3-35B7-4A64-A236-9F67FAA03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F5C47-E493-4554-A680-77B0EB8F8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4B9F4-9595-4D18-976E-75B715637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DBCA6-BBEC-40A3-959C-F431CA9FA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12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6FF8CD6-BD75-2357-640A-71FEF8ED533C}"/>
              </a:ext>
            </a:extLst>
          </p:cNvPr>
          <p:cNvCxnSpPr>
            <a:cxnSpLocks/>
          </p:cNvCxnSpPr>
          <p:nvPr/>
        </p:nvCxnSpPr>
        <p:spPr>
          <a:xfrm>
            <a:off x="4089398" y="3315886"/>
            <a:ext cx="4013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4774D3-E447-4E16-A740-92D57196525B}"/>
              </a:ext>
            </a:extLst>
          </p:cNvPr>
          <p:cNvSpPr txBox="1"/>
          <p:nvPr/>
        </p:nvSpPr>
        <p:spPr>
          <a:xfrm>
            <a:off x="4682791" y="2731869"/>
            <a:ext cx="2826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 panose="02040304050005020304" pitchFamily="18" charset="0"/>
              </a:rPr>
              <a:t>D</a:t>
            </a:r>
            <a:r>
              <a:rPr lang="en-US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 panose="02040304050005020304" pitchFamily="18" charset="0"/>
              </a:rPr>
              <a:t>igital</a:t>
            </a:r>
            <a:r>
              <a:rPr lang="en-US" sz="2400" b="1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 panose="02040304050005020304" pitchFamily="18" charset="0"/>
              </a:rPr>
              <a:t> </a:t>
            </a:r>
            <a:r>
              <a:rPr lang="en-US" sz="24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 panose="02040304050005020304" pitchFamily="18" charset="0"/>
              </a:rPr>
              <a:t>L</a:t>
            </a:r>
            <a:r>
              <a:rPr lang="en-US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 panose="02040304050005020304" pitchFamily="18" charset="0"/>
              </a:rPr>
              <a:t>ogic</a:t>
            </a:r>
            <a:r>
              <a:rPr lang="en-US" sz="2400" b="1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 panose="02040304050005020304" pitchFamily="18" charset="0"/>
              </a:rPr>
              <a:t> </a:t>
            </a:r>
            <a:r>
              <a:rPr lang="en-US" sz="24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 panose="02040304050005020304" pitchFamily="18" charset="0"/>
              </a:rPr>
              <a:t>D</a:t>
            </a:r>
            <a:r>
              <a:rPr lang="en-US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Light" panose="02040304050005020304" pitchFamily="18" charset="0"/>
              </a:rPr>
              <a:t>esign</a:t>
            </a:r>
            <a:endParaRPr lang="en-SG" sz="2400" dirty="0">
              <a:latin typeface="Amasis MT Pro Light" panose="020403040500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030B4-0A0D-4D10-73C3-3EC6AA255D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5" t="30211" r="19901" b="29789"/>
          <a:stretch/>
        </p:blipFill>
        <p:spPr>
          <a:xfrm>
            <a:off x="5500602" y="6088224"/>
            <a:ext cx="986612" cy="685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BB603C-BD4E-CBAB-8192-2FC6700B224D}"/>
              </a:ext>
            </a:extLst>
          </p:cNvPr>
          <p:cNvSpPr txBox="1"/>
          <p:nvPr/>
        </p:nvSpPr>
        <p:spPr>
          <a:xfrm>
            <a:off x="4920678" y="3244766"/>
            <a:ext cx="23506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00B2FF"/>
                </a:solidFill>
                <a:latin typeface="Amasis MT Pro" panose="02040504050005020304" pitchFamily="18" charset="0"/>
              </a:rPr>
              <a:t>N</a:t>
            </a:r>
            <a:r>
              <a:rPr lang="en-US" sz="2400" dirty="0" err="1">
                <a:solidFill>
                  <a:srgbClr val="00B2FF"/>
                </a:solidFill>
                <a:latin typeface="Amasis MT Pro" panose="02040504050005020304" pitchFamily="18" charset="0"/>
              </a:rPr>
              <a:t>ovo</a:t>
            </a:r>
            <a:r>
              <a:rPr lang="en-US" sz="2400" dirty="0" err="1">
                <a:solidFill>
                  <a:srgbClr val="D12524"/>
                </a:solidFill>
                <a:latin typeface="Amasis MT Pro" panose="02040504050005020304" pitchFamily="18" charset="0"/>
              </a:rPr>
              <a:t>Nex</a:t>
            </a:r>
            <a:r>
              <a:rPr lang="en-US" sz="2400" dirty="0">
                <a:latin typeface="Amasis MT Pro" panose="02040504050005020304" pitchFamily="18" charset="0"/>
              </a:rPr>
              <a:t> </a:t>
            </a:r>
            <a:r>
              <a:rPr lang="en-US" sz="3200" dirty="0">
                <a:solidFill>
                  <a:srgbClr val="00B2FF"/>
                </a:solidFill>
                <a:latin typeface="Amasis MT Pro" panose="02040504050005020304" pitchFamily="18" charset="0"/>
              </a:rPr>
              <a:t>D</a:t>
            </a:r>
            <a:r>
              <a:rPr lang="en-US" sz="2400" dirty="0">
                <a:solidFill>
                  <a:srgbClr val="00B2FF"/>
                </a:solidFill>
                <a:latin typeface="Amasis MT Pro" panose="02040504050005020304" pitchFamily="18" charset="0"/>
              </a:rPr>
              <a:t>el</a:t>
            </a:r>
            <a:r>
              <a:rPr lang="en-US" sz="2400" dirty="0">
                <a:solidFill>
                  <a:srgbClr val="D12524"/>
                </a:solidFill>
                <a:latin typeface="Amasis MT Pro" panose="02040504050005020304" pitchFamily="18" charset="0"/>
              </a:rPr>
              <a:t>ta</a:t>
            </a:r>
            <a:endParaRPr lang="en-SG" dirty="0">
              <a:solidFill>
                <a:srgbClr val="D12524"/>
              </a:solidFill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646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56647-5E8D-6EC4-D2A0-FE8B0E464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AC1043-CB4F-D8A3-5807-6AC646E2C4B4}"/>
              </a:ext>
            </a:extLst>
          </p:cNvPr>
          <p:cNvSpPr txBox="1"/>
          <p:nvPr/>
        </p:nvSpPr>
        <p:spPr>
          <a:xfrm>
            <a:off x="5236726" y="2859181"/>
            <a:ext cx="1718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masis MT Pro Light" panose="02040304050005020304" pitchFamily="18" charset="0"/>
              </a:rPr>
              <a:t>Topic Name</a:t>
            </a:r>
            <a:endParaRPr lang="en-SG" sz="2400" dirty="0">
              <a:latin typeface="Amasis MT Pro Light" panose="020403040500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7EB9D9-400E-AD3E-A8E4-2DE44135E36F}"/>
              </a:ext>
            </a:extLst>
          </p:cNvPr>
          <p:cNvSpPr txBox="1"/>
          <p:nvPr/>
        </p:nvSpPr>
        <p:spPr>
          <a:xfrm>
            <a:off x="4346162" y="3136180"/>
            <a:ext cx="349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-----------------------------------------------</a:t>
            </a:r>
            <a:endParaRPr lang="en-SG" dirty="0">
              <a:solidFill>
                <a:srgbClr val="FFC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A1220-C24C-306E-CD8A-3A2E46FBB3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5" t="30211" r="19901" b="29789"/>
          <a:stretch/>
        </p:blipFill>
        <p:spPr>
          <a:xfrm>
            <a:off x="5721552" y="6337509"/>
            <a:ext cx="748894" cy="5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2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F4C6-53AC-1090-6B08-E383FF59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9EB520-3602-4696-8B70-C91E316437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5" t="30211" r="19901" b="29789"/>
          <a:stretch/>
        </p:blipFill>
        <p:spPr>
          <a:xfrm>
            <a:off x="5721552" y="6337509"/>
            <a:ext cx="748894" cy="52049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FB11255-2FB4-5F50-E558-105DE513C29F}"/>
              </a:ext>
            </a:extLst>
          </p:cNvPr>
          <p:cNvGrpSpPr/>
          <p:nvPr/>
        </p:nvGrpSpPr>
        <p:grpSpPr>
          <a:xfrm>
            <a:off x="349285" y="121298"/>
            <a:ext cx="11493428" cy="520491"/>
            <a:chOff x="412433" y="195943"/>
            <a:chExt cx="11493428" cy="520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A8338B4-9D71-F57B-4E93-3A813373E53B}"/>
                </a:ext>
              </a:extLst>
            </p:cNvPr>
            <p:cNvSpPr/>
            <p:nvPr/>
          </p:nvSpPr>
          <p:spPr>
            <a:xfrm>
              <a:off x="412433" y="195943"/>
              <a:ext cx="11493428" cy="5204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D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igital</a:t>
              </a:r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 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Logic Design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73BF4AF-0E2E-B0EB-018C-DFA5A39D060D}"/>
                </a:ext>
              </a:extLst>
            </p:cNvPr>
            <p:cNvSpPr txBox="1"/>
            <p:nvPr/>
          </p:nvSpPr>
          <p:spPr>
            <a:xfrm>
              <a:off x="9703838" y="271522"/>
              <a:ext cx="207573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Topic Title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3177725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79453-3FD1-582A-3148-9203CE99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4DA565-7F03-D2D3-8E05-0B1C4B51D1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5" t="30211" r="19901" b="29789"/>
          <a:stretch/>
        </p:blipFill>
        <p:spPr>
          <a:xfrm>
            <a:off x="5721552" y="6337509"/>
            <a:ext cx="748894" cy="52049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058BDD5-0C7B-6EB1-B559-955EB9643C08}"/>
              </a:ext>
            </a:extLst>
          </p:cNvPr>
          <p:cNvGrpSpPr/>
          <p:nvPr/>
        </p:nvGrpSpPr>
        <p:grpSpPr>
          <a:xfrm>
            <a:off x="349285" y="121298"/>
            <a:ext cx="11493428" cy="520491"/>
            <a:chOff x="412433" y="195943"/>
            <a:chExt cx="11493428" cy="520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4C73151-3DEC-6C94-9C9C-0E69F674895B}"/>
                </a:ext>
              </a:extLst>
            </p:cNvPr>
            <p:cNvSpPr/>
            <p:nvPr/>
          </p:nvSpPr>
          <p:spPr>
            <a:xfrm>
              <a:off x="412433" y="195943"/>
              <a:ext cx="11493428" cy="5204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D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igital</a:t>
              </a:r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 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Logic Design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ADD5038-05E2-229A-C7AB-45D157A39DFA}"/>
                </a:ext>
              </a:extLst>
            </p:cNvPr>
            <p:cNvSpPr txBox="1"/>
            <p:nvPr/>
          </p:nvSpPr>
          <p:spPr>
            <a:xfrm>
              <a:off x="9703838" y="271522"/>
              <a:ext cx="207573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Topic Title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1471910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E4E6C-4BFC-0110-1209-409BAAF1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B18215-F64A-467C-1213-951CEF93DE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5" t="30211" r="19901" b="29789"/>
          <a:stretch/>
        </p:blipFill>
        <p:spPr>
          <a:xfrm>
            <a:off x="5721552" y="6337509"/>
            <a:ext cx="748894" cy="52049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718BB80-FFD0-5BF5-B430-ABF97B68E739}"/>
              </a:ext>
            </a:extLst>
          </p:cNvPr>
          <p:cNvGrpSpPr/>
          <p:nvPr/>
        </p:nvGrpSpPr>
        <p:grpSpPr>
          <a:xfrm>
            <a:off x="349285" y="121298"/>
            <a:ext cx="11493428" cy="520491"/>
            <a:chOff x="412433" y="195943"/>
            <a:chExt cx="11493428" cy="520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9085944-4F58-6014-A6BA-CAC22A7C02CB}"/>
                </a:ext>
              </a:extLst>
            </p:cNvPr>
            <p:cNvSpPr/>
            <p:nvPr/>
          </p:nvSpPr>
          <p:spPr>
            <a:xfrm>
              <a:off x="412433" y="195943"/>
              <a:ext cx="11493428" cy="5204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D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igital</a:t>
              </a:r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 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Logic Design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8C1E3E9-1E00-D3B6-2A26-D8EF8347823D}"/>
                </a:ext>
              </a:extLst>
            </p:cNvPr>
            <p:cNvSpPr txBox="1"/>
            <p:nvPr/>
          </p:nvSpPr>
          <p:spPr>
            <a:xfrm>
              <a:off x="9703838" y="271522"/>
              <a:ext cx="207573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Topic Title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1165638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FD3BA-523F-91E5-6E56-45C5348D6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3E52DB-7419-5248-1719-A334E99196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5" t="30211" r="19901" b="29789"/>
          <a:stretch/>
        </p:blipFill>
        <p:spPr>
          <a:xfrm>
            <a:off x="5721552" y="6337509"/>
            <a:ext cx="748894" cy="52049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F658A34-67F2-6BBF-5631-BED508E45A26}"/>
              </a:ext>
            </a:extLst>
          </p:cNvPr>
          <p:cNvGrpSpPr/>
          <p:nvPr/>
        </p:nvGrpSpPr>
        <p:grpSpPr>
          <a:xfrm>
            <a:off x="349285" y="121298"/>
            <a:ext cx="11493428" cy="520491"/>
            <a:chOff x="412433" y="195943"/>
            <a:chExt cx="11493428" cy="520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C6C5470-20B8-FB1B-F66A-FF0F652804A0}"/>
                </a:ext>
              </a:extLst>
            </p:cNvPr>
            <p:cNvSpPr/>
            <p:nvPr/>
          </p:nvSpPr>
          <p:spPr>
            <a:xfrm>
              <a:off x="412433" y="195943"/>
              <a:ext cx="11493428" cy="5204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D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igital</a:t>
              </a:r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 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Logic Design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1823D37-6D16-7BB1-8DCE-1570747031A4}"/>
                </a:ext>
              </a:extLst>
            </p:cNvPr>
            <p:cNvSpPr txBox="1"/>
            <p:nvPr/>
          </p:nvSpPr>
          <p:spPr>
            <a:xfrm>
              <a:off x="9703838" y="271522"/>
              <a:ext cx="207573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Topic Title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3708733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9F400-340E-A8CE-3B12-05D6A7802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83BDA6-E5E9-8261-03CD-64D0FD0D14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5" t="30211" r="19901" b="29789"/>
          <a:stretch/>
        </p:blipFill>
        <p:spPr>
          <a:xfrm>
            <a:off x="5721552" y="6337509"/>
            <a:ext cx="748894" cy="52049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A776FE8-9AC1-9443-A018-429526902BB4}"/>
              </a:ext>
            </a:extLst>
          </p:cNvPr>
          <p:cNvGrpSpPr/>
          <p:nvPr/>
        </p:nvGrpSpPr>
        <p:grpSpPr>
          <a:xfrm>
            <a:off x="349285" y="121298"/>
            <a:ext cx="11493428" cy="520491"/>
            <a:chOff x="412433" y="195943"/>
            <a:chExt cx="11493428" cy="520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B7848E1-A60E-794E-5E7B-AD431B9A3A6D}"/>
                </a:ext>
              </a:extLst>
            </p:cNvPr>
            <p:cNvSpPr/>
            <p:nvPr/>
          </p:nvSpPr>
          <p:spPr>
            <a:xfrm>
              <a:off x="412433" y="195943"/>
              <a:ext cx="11493428" cy="5204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D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igital</a:t>
              </a:r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 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Logic Design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59BB3FC-E6F1-12F4-4B2C-8E839A0932B2}"/>
                </a:ext>
              </a:extLst>
            </p:cNvPr>
            <p:cNvSpPr txBox="1"/>
            <p:nvPr/>
          </p:nvSpPr>
          <p:spPr>
            <a:xfrm>
              <a:off x="9703838" y="271522"/>
              <a:ext cx="207573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Topic Title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38359627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9340-9D99-2A60-CB07-E627B22E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BBBCE6-DF81-BC04-E960-36976326B2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5" t="30211" r="19901" b="29789"/>
          <a:stretch/>
        </p:blipFill>
        <p:spPr>
          <a:xfrm>
            <a:off x="5721552" y="6337509"/>
            <a:ext cx="748894" cy="52049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972EE68-1E47-DF97-4462-1EB047D90D52}"/>
              </a:ext>
            </a:extLst>
          </p:cNvPr>
          <p:cNvGrpSpPr/>
          <p:nvPr/>
        </p:nvGrpSpPr>
        <p:grpSpPr>
          <a:xfrm>
            <a:off x="349285" y="121298"/>
            <a:ext cx="11493428" cy="520491"/>
            <a:chOff x="412433" y="195943"/>
            <a:chExt cx="11493428" cy="520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2421652-21CF-1BB2-AEA6-A17CCD0374A8}"/>
                </a:ext>
              </a:extLst>
            </p:cNvPr>
            <p:cNvSpPr/>
            <p:nvPr/>
          </p:nvSpPr>
          <p:spPr>
            <a:xfrm>
              <a:off x="412433" y="195943"/>
              <a:ext cx="11493428" cy="5204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D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igital</a:t>
              </a:r>
              <a:r>
                <a:rPr lang="en-US" b="1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 </a:t>
              </a:r>
              <a:r>
                <a:rPr lang="en-US" b="1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masis MT Pro Light" panose="02040304050005020304" pitchFamily="18" charset="0"/>
                </a:rPr>
                <a:t>Logic Design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9416E19-A55B-A969-BE54-45DAFBEFBC6B}"/>
                </a:ext>
              </a:extLst>
            </p:cNvPr>
            <p:cNvSpPr txBox="1"/>
            <p:nvPr/>
          </p:nvSpPr>
          <p:spPr>
            <a:xfrm>
              <a:off x="9703838" y="271522"/>
              <a:ext cx="207573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Topic Title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4221464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1204-601B-F34E-1111-15140493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CC3F29-B9C9-2195-E394-719180AC8FF3}"/>
              </a:ext>
            </a:extLst>
          </p:cNvPr>
          <p:cNvSpPr txBox="1"/>
          <p:nvPr/>
        </p:nvSpPr>
        <p:spPr>
          <a:xfrm>
            <a:off x="5214378" y="2905780"/>
            <a:ext cx="1763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Amasis MT Pro Light" panose="02040304050005020304" pitchFamily="18" charset="0"/>
              </a:rPr>
              <a:t>T</a:t>
            </a:r>
            <a:r>
              <a:rPr lang="en-US" sz="2800" dirty="0">
                <a:latin typeface="Amasis MT Pro Light" panose="02040304050005020304" pitchFamily="18" charset="0"/>
              </a:rPr>
              <a:t>hank </a:t>
            </a:r>
            <a:r>
              <a:rPr lang="en-US" sz="2800" dirty="0">
                <a:solidFill>
                  <a:srgbClr val="00B0F0"/>
                </a:solidFill>
                <a:latin typeface="Amasis MT Pro Light" panose="02040304050005020304" pitchFamily="18" charset="0"/>
              </a:rPr>
              <a:t>Y</a:t>
            </a:r>
            <a:r>
              <a:rPr lang="en-US" sz="2800" dirty="0">
                <a:latin typeface="Amasis MT Pro Light" panose="02040304050005020304" pitchFamily="18" charset="0"/>
              </a:rPr>
              <a:t>ou</a:t>
            </a:r>
            <a:endParaRPr lang="en-SG" sz="2800" dirty="0">
              <a:latin typeface="Amasis MT Pro Light" panose="020403040500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7E5E29-9A11-4392-25CC-44751212B096}"/>
              </a:ext>
            </a:extLst>
          </p:cNvPr>
          <p:cNvCxnSpPr/>
          <p:nvPr/>
        </p:nvCxnSpPr>
        <p:spPr>
          <a:xfrm>
            <a:off x="4513004" y="3360176"/>
            <a:ext cx="31659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6193CBC-AF40-4C67-A1C8-2081F68CE8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5" t="30211" r="19901" b="29789"/>
          <a:stretch/>
        </p:blipFill>
        <p:spPr>
          <a:xfrm>
            <a:off x="5416331" y="5780138"/>
            <a:ext cx="1359332" cy="94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50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40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Amasis MT Pro</vt:lpstr>
      <vt:lpstr>Amasis MT Pro Light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Anik Bhowmik</dc:creator>
  <cp:lastModifiedBy>Md.Tamim Hossain</cp:lastModifiedBy>
  <cp:revision>11</cp:revision>
  <dcterms:created xsi:type="dcterms:W3CDTF">2025-11-12T20:54:57Z</dcterms:created>
  <dcterms:modified xsi:type="dcterms:W3CDTF">2026-10-11T20:48:51Z</dcterms:modified>
</cp:coreProperties>
</file>