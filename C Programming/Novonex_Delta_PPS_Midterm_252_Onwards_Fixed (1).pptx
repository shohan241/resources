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add50b308446fa" /><Relationship Type="http://schemas.openxmlformats.org/officeDocument/2006/relationships/extended-properties" Target="/docProps/app.xml" Id="R4c196b465ac7499e" /><Relationship Type="http://schemas.openxmlformats.org/officeDocument/2006/relationships/officeDocument" Target="/ppt/presentation.xml" Id="R6fd375f223794d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4dca4bdaec4841"/>
  </p:sldMasterIdLst>
  <p:notesMasterIdLst>
    <p:notesMasterId xmlns:r="http://schemas.openxmlformats.org/officeDocument/2006/relationships" r:id="Rf416ba81064043e5"/>
  </p:notesMasterIdLst>
  <p:sldIdLst>
    <p:sldId xmlns:r="http://schemas.openxmlformats.org/officeDocument/2006/relationships" id="256" r:id="R44ebc8c84ebe4a59"/>
    <p:sldId xmlns:r="http://schemas.openxmlformats.org/officeDocument/2006/relationships" id="257" r:id="R16ea591c746f483d"/>
    <p:sldId xmlns:r="http://schemas.openxmlformats.org/officeDocument/2006/relationships" id="258" r:id="R00e70d9d36f94a0d"/>
    <p:sldId xmlns:r="http://schemas.openxmlformats.org/officeDocument/2006/relationships" id="259" r:id="R7cb2b860d2194321"/>
    <p:sldId xmlns:r="http://schemas.openxmlformats.org/officeDocument/2006/relationships" id="260" r:id="R5453120e71d94506"/>
    <p:sldId xmlns:r="http://schemas.openxmlformats.org/officeDocument/2006/relationships" id="261" r:id="R5ce742706a584aa3"/>
    <p:sldId xmlns:r="http://schemas.openxmlformats.org/officeDocument/2006/relationships" id="262" r:id="R52046857e7c7453b"/>
    <p:sldId xmlns:r="http://schemas.openxmlformats.org/officeDocument/2006/relationships" id="263" r:id="R4345319e08304948"/>
    <p:sldId xmlns:r="http://schemas.openxmlformats.org/officeDocument/2006/relationships" id="264" r:id="R46c8e21bfea64a43"/>
    <p:sldId xmlns:r="http://schemas.openxmlformats.org/officeDocument/2006/relationships" id="265" r:id="Rf2632997b1974dce"/>
    <p:sldId xmlns:r="http://schemas.openxmlformats.org/officeDocument/2006/relationships" id="266" r:id="Rd00430a20eef4a7f"/>
    <p:sldId xmlns:r="http://schemas.openxmlformats.org/officeDocument/2006/relationships" id="267" r:id="R5af63c319f5844d6"/>
    <p:sldId xmlns:r="http://schemas.openxmlformats.org/officeDocument/2006/relationships" id="268" r:id="Ra1e9f90540984e62"/>
    <p:sldId xmlns:r="http://schemas.openxmlformats.org/officeDocument/2006/relationships" id="269" r:id="Rb1237811aed7418a"/>
    <p:sldId xmlns:r="http://schemas.openxmlformats.org/officeDocument/2006/relationships" id="270" r:id="R4186fe6a5cb0448f"/>
    <p:sldId xmlns:r="http://schemas.openxmlformats.org/officeDocument/2006/relationships" id="271" r:id="Ra2116353963b4469"/>
    <p:sldId xmlns:r="http://schemas.openxmlformats.org/officeDocument/2006/relationships" id="272" r:id="Re613ef6a13bc4154"/>
    <p:sldId xmlns:r="http://schemas.openxmlformats.org/officeDocument/2006/relationships" id="273" r:id="R6863e11425624a5d"/>
    <p:sldId xmlns:r="http://schemas.openxmlformats.org/officeDocument/2006/relationships" id="274" r:id="R56119c22d7194411"/>
    <p:sldId xmlns:r="http://schemas.openxmlformats.org/officeDocument/2006/relationships" id="275" r:id="R052577db40514562"/>
    <p:sldId xmlns:r="http://schemas.openxmlformats.org/officeDocument/2006/relationships" id="276" r:id="R3910b33623e3492d"/>
    <p:sldId xmlns:r="http://schemas.openxmlformats.org/officeDocument/2006/relationships" id="277" r:id="R56a8b756ab654253"/>
    <p:sldId xmlns:r="http://schemas.openxmlformats.org/officeDocument/2006/relationships" id="278" r:id="Reb923a24a93d4de6"/>
    <p:sldId xmlns:r="http://schemas.openxmlformats.org/officeDocument/2006/relationships" id="279" r:id="R557bc590e87444d7"/>
    <p:sldId xmlns:r="http://schemas.openxmlformats.org/officeDocument/2006/relationships" id="280" r:id="R1eb3ddf62f0544b6"/>
    <p:sldId xmlns:r="http://schemas.openxmlformats.org/officeDocument/2006/relationships" id="281" r:id="R6cd8b4b0f48f47d1"/>
    <p:sldId xmlns:r="http://schemas.openxmlformats.org/officeDocument/2006/relationships" id="282" r:id="Rd46de35fc8b948b6"/>
    <p:sldId xmlns:r="http://schemas.openxmlformats.org/officeDocument/2006/relationships" id="283" r:id="Re4584e235862461f"/>
    <p:sldId xmlns:r="http://schemas.openxmlformats.org/officeDocument/2006/relationships" id="284" r:id="Re5f1815f7711458e"/>
    <p:sldId xmlns:r="http://schemas.openxmlformats.org/officeDocument/2006/relationships" id="285" r:id="R66dfa28ae74f4385"/>
    <p:sldId xmlns:r="http://schemas.openxmlformats.org/officeDocument/2006/relationships" id="286" r:id="R588e6a7a9602478a"/>
    <p:sldId xmlns:r="http://schemas.openxmlformats.org/officeDocument/2006/relationships" id="287" r:id="Rd58745cdc33044e4"/>
    <p:sldId xmlns:r="http://schemas.openxmlformats.org/officeDocument/2006/relationships" id="288" r:id="Rbb3a762006154b14"/>
    <p:sldId xmlns:r="http://schemas.openxmlformats.org/officeDocument/2006/relationships" id="289" r:id="R916b653085c74a56"/>
    <p:sldId xmlns:r="http://schemas.openxmlformats.org/officeDocument/2006/relationships" id="290" r:id="R9e030807f66245ee"/>
    <p:sldId xmlns:r="http://schemas.openxmlformats.org/officeDocument/2006/relationships" id="291" r:id="Rb351ac2ac2f7442c"/>
    <p:sldId xmlns:r="http://schemas.openxmlformats.org/officeDocument/2006/relationships" id="292" r:id="Rfdc2f8aa76d241cd"/>
    <p:sldId xmlns:r="http://schemas.openxmlformats.org/officeDocument/2006/relationships" id="293" r:id="Ra2681d734bfc43a0"/>
    <p:sldId xmlns:r="http://schemas.openxmlformats.org/officeDocument/2006/relationships" id="294" r:id="R2159b86157e94256"/>
    <p:sldId xmlns:r="http://schemas.openxmlformats.org/officeDocument/2006/relationships" id="295" r:id="R3ff6b0c9c8404bd2"/>
    <p:sldId xmlns:r="http://schemas.openxmlformats.org/officeDocument/2006/relationships" id="296" r:id="R4526d33a2979449d"/>
    <p:sldId xmlns:r="http://schemas.openxmlformats.org/officeDocument/2006/relationships" id="297" r:id="Rce77c2d717ca4ed9"/>
    <p:sldId xmlns:r="http://schemas.openxmlformats.org/officeDocument/2006/relationships" id="298" r:id="R5dda26c49cbe49e9"/>
    <p:sldId xmlns:r="http://schemas.openxmlformats.org/officeDocument/2006/relationships" id="299" r:id="R9b2ffa45d5714a07"/>
    <p:sldId xmlns:r="http://schemas.openxmlformats.org/officeDocument/2006/relationships" id="300" r:id="R9e20cb9b6c3f47f3"/>
    <p:sldId xmlns:r="http://schemas.openxmlformats.org/officeDocument/2006/relationships" id="301" r:id="R7de48f84f6f14f31"/>
    <p:sldId xmlns:r="http://schemas.openxmlformats.org/officeDocument/2006/relationships" id="302" r:id="Rf613b8636f404431"/>
    <p:sldId xmlns:r="http://schemas.openxmlformats.org/officeDocument/2006/relationships" id="303" r:id="Raaa76a0abc104f58"/>
    <p:sldId xmlns:r="http://schemas.openxmlformats.org/officeDocument/2006/relationships" id="304" r:id="R4e2b1504a28f468c"/>
    <p:sldId xmlns:r="http://schemas.openxmlformats.org/officeDocument/2006/relationships" id="305" r:id="R6e46267871de4002"/>
    <p:sldId xmlns:r="http://schemas.openxmlformats.org/officeDocument/2006/relationships" id="306" r:id="R0df74d1e4d09442b"/>
    <p:sldId xmlns:r="http://schemas.openxmlformats.org/officeDocument/2006/relationships" id="307" r:id="R55327bd09fa6413f"/>
    <p:sldId xmlns:r="http://schemas.openxmlformats.org/officeDocument/2006/relationships" id="308" r:id="Raedcd27395d74335"/>
    <p:sldId xmlns:r="http://schemas.openxmlformats.org/officeDocument/2006/relationships" id="309" r:id="Red188d59074f4f42"/>
    <p:sldId xmlns:r="http://schemas.openxmlformats.org/officeDocument/2006/relationships" id="310" r:id="R03ca34b435d04660"/>
    <p:sldId xmlns:r="http://schemas.openxmlformats.org/officeDocument/2006/relationships" id="311" r:id="R9c811aaed6c14c9c"/>
    <p:sldId xmlns:r="http://schemas.openxmlformats.org/officeDocument/2006/relationships" id="312" r:id="R05954470bf6e4f7f"/>
    <p:sldId xmlns:r="http://schemas.openxmlformats.org/officeDocument/2006/relationships" id="313" r:id="R46c2039053804893"/>
    <p:sldId xmlns:r="http://schemas.openxmlformats.org/officeDocument/2006/relationships" id="314" r:id="R92aee237c74449a2"/>
    <p:sldId xmlns:r="http://schemas.openxmlformats.org/officeDocument/2006/relationships" id="315" r:id="R172449affd2041ba"/>
    <p:sldId xmlns:r="http://schemas.openxmlformats.org/officeDocument/2006/relationships" id="316" r:id="Rc82c755926634c7b"/>
    <p:sldId xmlns:r="http://schemas.openxmlformats.org/officeDocument/2006/relationships" id="317" r:id="Rc2103b1ed13c499d"/>
    <p:sldId xmlns:r="http://schemas.openxmlformats.org/officeDocument/2006/relationships" id="318" r:id="Ra79557aeac5642b7"/>
    <p:sldId xmlns:r="http://schemas.openxmlformats.org/officeDocument/2006/relationships" id="319" r:id="R9cd9a0581c90460a"/>
    <p:sldId xmlns:r="http://schemas.openxmlformats.org/officeDocument/2006/relationships" id="320" r:id="R4e99467e4b9a4408"/>
    <p:sldId xmlns:r="http://schemas.openxmlformats.org/officeDocument/2006/relationships" id="321" r:id="R8d6b2f9d38b64c63"/>
    <p:sldId xmlns:r="http://schemas.openxmlformats.org/officeDocument/2006/relationships" id="322" r:id="R1817a7b2bd0749bb"/>
    <p:sldId xmlns:r="http://schemas.openxmlformats.org/officeDocument/2006/relationships" id="323" r:id="R7184577125654f36"/>
    <p:sldId xmlns:r="http://schemas.openxmlformats.org/officeDocument/2006/relationships" id="324" r:id="R0f643c574d4845b0"/>
    <p:sldId xmlns:r="http://schemas.openxmlformats.org/officeDocument/2006/relationships" id="325" r:id="R42bc4dcfe25a45cb"/>
    <p:sldId xmlns:r="http://schemas.openxmlformats.org/officeDocument/2006/relationships" id="326" r:id="Ra6486e60f5d04ffb"/>
    <p:sldId xmlns:r="http://schemas.openxmlformats.org/officeDocument/2006/relationships" id="327" r:id="R19431ddcb6724b7b"/>
    <p:sldId xmlns:r="http://schemas.openxmlformats.org/officeDocument/2006/relationships" id="328" r:id="R542d539933034152"/>
    <p:sldId xmlns:r="http://schemas.openxmlformats.org/officeDocument/2006/relationships" id="329" r:id="Rcec6557db8e94fa2"/>
    <p:sldId xmlns:r="http://schemas.openxmlformats.org/officeDocument/2006/relationships" id="330" r:id="R8bc39ae24e5843ca"/>
    <p:sldId xmlns:r="http://schemas.openxmlformats.org/officeDocument/2006/relationships" id="331" r:id="R378164716e3c47ac"/>
    <p:sldId xmlns:r="http://schemas.openxmlformats.org/officeDocument/2006/relationships" id="332" r:id="R5c1e70a7e73444b9"/>
    <p:sldId xmlns:r="http://schemas.openxmlformats.org/officeDocument/2006/relationships" id="333" r:id="R0dae9274869f472d"/>
    <p:sldId xmlns:r="http://schemas.openxmlformats.org/officeDocument/2006/relationships" id="334" r:id="R60c9f416075b4e63"/>
    <p:sldId xmlns:r="http://schemas.openxmlformats.org/officeDocument/2006/relationships" id="335" r:id="Rfff8c90ef55545a6"/>
    <p:sldId xmlns:r="http://schemas.openxmlformats.org/officeDocument/2006/relationships" id="336" r:id="R0a5b5111e23d4a6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2cd3f745844db" /><Relationship Type="http://schemas.openxmlformats.org/officeDocument/2006/relationships/slideMaster" Target="/ppt/slideMasters/slideMaster1.xml" Id="R2f4dca4bdaec4841" /><Relationship Type="http://schemas.openxmlformats.org/officeDocument/2006/relationships/notesMaster" Target="/ppt/notesMasters/notesMaster1.xml" Id="Rf416ba81064043e5" /><Relationship Type="http://schemas.openxmlformats.org/officeDocument/2006/relationships/presProps" Target="/ppt/presProps.xml" Id="R0ba793d1772f4c31" /><Relationship Type="http://schemas.openxmlformats.org/officeDocument/2006/relationships/viewProps" Target="/ppt/viewProps.xml" Id="R58aa7daf4c624495" /><Relationship Type="http://schemas.openxmlformats.org/officeDocument/2006/relationships/tableStyles" Target="/ppt/tableStyles.xml" Id="R5b95371a9ff34636" /><Relationship Type="http://schemas.openxmlformats.org/officeDocument/2006/relationships/slide" Target="/ppt/slides/slide1.xml" Id="R44ebc8c84ebe4a59" /><Relationship Type="http://schemas.openxmlformats.org/officeDocument/2006/relationships/slide" Target="/ppt/slides/slide2.xml" Id="R16ea591c746f483d" /><Relationship Type="http://schemas.openxmlformats.org/officeDocument/2006/relationships/slide" Target="/ppt/slides/slide3.xml" Id="R00e70d9d36f94a0d" /><Relationship Type="http://schemas.openxmlformats.org/officeDocument/2006/relationships/slide" Target="/ppt/slides/slide4.xml" Id="R7cb2b860d2194321" /><Relationship Type="http://schemas.openxmlformats.org/officeDocument/2006/relationships/slide" Target="/ppt/slides/slide5.xml" Id="R5453120e71d94506" /><Relationship Type="http://schemas.openxmlformats.org/officeDocument/2006/relationships/slide" Target="/ppt/slides/slide6.xml" Id="R5ce742706a584aa3" /><Relationship Type="http://schemas.openxmlformats.org/officeDocument/2006/relationships/slide" Target="/ppt/slides/slide7.xml" Id="R52046857e7c7453b" /><Relationship Type="http://schemas.openxmlformats.org/officeDocument/2006/relationships/slide" Target="/ppt/slides/slide8.xml" Id="R4345319e08304948" /><Relationship Type="http://schemas.openxmlformats.org/officeDocument/2006/relationships/slide" Target="/ppt/slides/slide9.xml" Id="R46c8e21bfea64a43" /><Relationship Type="http://schemas.openxmlformats.org/officeDocument/2006/relationships/slide" Target="/ppt/slides/slide10.xml" Id="Rf2632997b1974dce" /><Relationship Type="http://schemas.openxmlformats.org/officeDocument/2006/relationships/slide" Target="/ppt/slides/slide11.xml" Id="Rd00430a20eef4a7f" /><Relationship Type="http://schemas.openxmlformats.org/officeDocument/2006/relationships/slide" Target="/ppt/slides/slide12.xml" Id="R5af63c319f5844d6" /><Relationship Type="http://schemas.openxmlformats.org/officeDocument/2006/relationships/slide" Target="/ppt/slides/slide13.xml" Id="Ra1e9f90540984e62" /><Relationship Type="http://schemas.openxmlformats.org/officeDocument/2006/relationships/slide" Target="/ppt/slides/slide14.xml" Id="Rb1237811aed7418a" /><Relationship Type="http://schemas.openxmlformats.org/officeDocument/2006/relationships/slide" Target="/ppt/slides/slide15.xml" Id="R4186fe6a5cb0448f" /><Relationship Type="http://schemas.openxmlformats.org/officeDocument/2006/relationships/slide" Target="/ppt/slides/slide16.xml" Id="Ra2116353963b4469" /><Relationship Type="http://schemas.openxmlformats.org/officeDocument/2006/relationships/slide" Target="/ppt/slides/slide17.xml" Id="Re613ef6a13bc4154" /><Relationship Type="http://schemas.openxmlformats.org/officeDocument/2006/relationships/slide" Target="/ppt/slides/slide18.xml" Id="R6863e11425624a5d" /><Relationship Type="http://schemas.openxmlformats.org/officeDocument/2006/relationships/slide" Target="/ppt/slides/slide19.xml" Id="R56119c22d7194411" /><Relationship Type="http://schemas.openxmlformats.org/officeDocument/2006/relationships/slide" Target="/ppt/slides/slide20.xml" Id="R052577db40514562" /><Relationship Type="http://schemas.openxmlformats.org/officeDocument/2006/relationships/slide" Target="/ppt/slides/slide21.xml" Id="R3910b33623e3492d" /><Relationship Type="http://schemas.openxmlformats.org/officeDocument/2006/relationships/slide" Target="/ppt/slides/slide22.xml" Id="R56a8b756ab654253" /><Relationship Type="http://schemas.openxmlformats.org/officeDocument/2006/relationships/slide" Target="/ppt/slides/slide23.xml" Id="Reb923a24a93d4de6" /><Relationship Type="http://schemas.openxmlformats.org/officeDocument/2006/relationships/slide" Target="/ppt/slides/slide24.xml" Id="R557bc590e87444d7" /><Relationship Type="http://schemas.openxmlformats.org/officeDocument/2006/relationships/slide" Target="/ppt/slides/slide25.xml" Id="R1eb3ddf62f0544b6" /><Relationship Type="http://schemas.openxmlformats.org/officeDocument/2006/relationships/slide" Target="/ppt/slides/slide26.xml" Id="R6cd8b4b0f48f47d1" /><Relationship Type="http://schemas.openxmlformats.org/officeDocument/2006/relationships/slide" Target="/ppt/slides/slide27.xml" Id="Rd46de35fc8b948b6" /><Relationship Type="http://schemas.openxmlformats.org/officeDocument/2006/relationships/slide" Target="/ppt/slides/slide28.xml" Id="Re4584e235862461f" /><Relationship Type="http://schemas.openxmlformats.org/officeDocument/2006/relationships/slide" Target="/ppt/slides/slide29.xml" Id="Re5f1815f7711458e" /><Relationship Type="http://schemas.openxmlformats.org/officeDocument/2006/relationships/slide" Target="/ppt/slides/slide30.xml" Id="R66dfa28ae74f4385" /><Relationship Type="http://schemas.openxmlformats.org/officeDocument/2006/relationships/slide" Target="/ppt/slides/slide31.xml" Id="R588e6a7a9602478a" /><Relationship Type="http://schemas.openxmlformats.org/officeDocument/2006/relationships/slide" Target="/ppt/slides/slide32.xml" Id="Rd58745cdc33044e4" /><Relationship Type="http://schemas.openxmlformats.org/officeDocument/2006/relationships/slide" Target="/ppt/slides/slide33.xml" Id="Rbb3a762006154b14" /><Relationship Type="http://schemas.openxmlformats.org/officeDocument/2006/relationships/slide" Target="/ppt/slides/slide34.xml" Id="R916b653085c74a56" /><Relationship Type="http://schemas.openxmlformats.org/officeDocument/2006/relationships/slide" Target="/ppt/slides/slide35.xml" Id="R9e030807f66245ee" /><Relationship Type="http://schemas.openxmlformats.org/officeDocument/2006/relationships/slide" Target="/ppt/slides/slide36.xml" Id="Rb351ac2ac2f7442c" /><Relationship Type="http://schemas.openxmlformats.org/officeDocument/2006/relationships/slide" Target="/ppt/slides/slide37.xml" Id="Rfdc2f8aa76d241cd" /><Relationship Type="http://schemas.openxmlformats.org/officeDocument/2006/relationships/slide" Target="/ppt/slides/slide38.xml" Id="Ra2681d734bfc43a0" /><Relationship Type="http://schemas.openxmlformats.org/officeDocument/2006/relationships/slide" Target="/ppt/slides/slide39.xml" Id="R2159b86157e94256" /><Relationship Type="http://schemas.openxmlformats.org/officeDocument/2006/relationships/slide" Target="/ppt/slides/slide40.xml" Id="R3ff6b0c9c8404bd2" /><Relationship Type="http://schemas.openxmlformats.org/officeDocument/2006/relationships/slide" Target="/ppt/slides/slide41.xml" Id="R4526d33a2979449d" /><Relationship Type="http://schemas.openxmlformats.org/officeDocument/2006/relationships/slide" Target="/ppt/slides/slide42.xml" Id="Rce77c2d717ca4ed9" /><Relationship Type="http://schemas.openxmlformats.org/officeDocument/2006/relationships/slide" Target="/ppt/slides/slide43.xml" Id="R5dda26c49cbe49e9" /><Relationship Type="http://schemas.openxmlformats.org/officeDocument/2006/relationships/slide" Target="/ppt/slides/slide44.xml" Id="R9b2ffa45d5714a07" /><Relationship Type="http://schemas.openxmlformats.org/officeDocument/2006/relationships/slide" Target="/ppt/slides/slide45.xml" Id="R9e20cb9b6c3f47f3" /><Relationship Type="http://schemas.openxmlformats.org/officeDocument/2006/relationships/slide" Target="/ppt/slides/slide46.xml" Id="R7de48f84f6f14f31" /><Relationship Type="http://schemas.openxmlformats.org/officeDocument/2006/relationships/slide" Target="/ppt/slides/slide47.xml" Id="Rf613b8636f404431" /><Relationship Type="http://schemas.openxmlformats.org/officeDocument/2006/relationships/slide" Target="/ppt/slides/slide48.xml" Id="Raaa76a0abc104f58" /><Relationship Type="http://schemas.openxmlformats.org/officeDocument/2006/relationships/slide" Target="/ppt/slides/slide49.xml" Id="R4e2b1504a28f468c" /><Relationship Type="http://schemas.openxmlformats.org/officeDocument/2006/relationships/slide" Target="/ppt/slides/slide50.xml" Id="R6e46267871de4002" /><Relationship Type="http://schemas.openxmlformats.org/officeDocument/2006/relationships/slide" Target="/ppt/slides/slide51.xml" Id="R0df74d1e4d09442b" /><Relationship Type="http://schemas.openxmlformats.org/officeDocument/2006/relationships/slide" Target="/ppt/slides/slide52.xml" Id="R55327bd09fa6413f" /><Relationship Type="http://schemas.openxmlformats.org/officeDocument/2006/relationships/slide" Target="/ppt/slides/slide53.xml" Id="Raedcd27395d74335" /><Relationship Type="http://schemas.openxmlformats.org/officeDocument/2006/relationships/slide" Target="/ppt/slides/slide54.xml" Id="Red188d59074f4f42" /><Relationship Type="http://schemas.openxmlformats.org/officeDocument/2006/relationships/slide" Target="/ppt/slides/slide55.xml" Id="R03ca34b435d04660" /><Relationship Type="http://schemas.openxmlformats.org/officeDocument/2006/relationships/slide" Target="/ppt/slides/slide56.xml" Id="R9c811aaed6c14c9c" /><Relationship Type="http://schemas.openxmlformats.org/officeDocument/2006/relationships/slide" Target="/ppt/slides/slide57.xml" Id="R05954470bf6e4f7f" /><Relationship Type="http://schemas.openxmlformats.org/officeDocument/2006/relationships/slide" Target="/ppt/slides/slide58.xml" Id="R46c2039053804893" /><Relationship Type="http://schemas.openxmlformats.org/officeDocument/2006/relationships/slide" Target="/ppt/slides/slide59.xml" Id="R92aee237c74449a2" /><Relationship Type="http://schemas.openxmlformats.org/officeDocument/2006/relationships/slide" Target="/ppt/slides/slide60.xml" Id="R172449affd2041ba" /><Relationship Type="http://schemas.openxmlformats.org/officeDocument/2006/relationships/slide" Target="/ppt/slides/slide61.xml" Id="Rc82c755926634c7b" /><Relationship Type="http://schemas.openxmlformats.org/officeDocument/2006/relationships/slide" Target="/ppt/slides/slide62.xml" Id="Rc2103b1ed13c499d" /><Relationship Type="http://schemas.openxmlformats.org/officeDocument/2006/relationships/slide" Target="/ppt/slides/slide63.xml" Id="Ra79557aeac5642b7" /><Relationship Type="http://schemas.openxmlformats.org/officeDocument/2006/relationships/slide" Target="/ppt/slides/slide64.xml" Id="R9cd9a0581c90460a" /><Relationship Type="http://schemas.openxmlformats.org/officeDocument/2006/relationships/slide" Target="/ppt/slides/slide65.xml" Id="R4e99467e4b9a4408" /><Relationship Type="http://schemas.openxmlformats.org/officeDocument/2006/relationships/slide" Target="/ppt/slides/slide66.xml" Id="R8d6b2f9d38b64c63" /><Relationship Type="http://schemas.openxmlformats.org/officeDocument/2006/relationships/slide" Target="/ppt/slides/slide67.xml" Id="R1817a7b2bd0749bb" /><Relationship Type="http://schemas.openxmlformats.org/officeDocument/2006/relationships/slide" Target="/ppt/slides/slide68.xml" Id="R7184577125654f36" /><Relationship Type="http://schemas.openxmlformats.org/officeDocument/2006/relationships/slide" Target="/ppt/slides/slide69.xml" Id="R0f643c574d4845b0" /><Relationship Type="http://schemas.openxmlformats.org/officeDocument/2006/relationships/slide" Target="/ppt/slides/slide70.xml" Id="R42bc4dcfe25a45cb" /><Relationship Type="http://schemas.openxmlformats.org/officeDocument/2006/relationships/slide" Target="/ppt/slides/slide71.xml" Id="Ra6486e60f5d04ffb" /><Relationship Type="http://schemas.openxmlformats.org/officeDocument/2006/relationships/slide" Target="/ppt/slides/slide72.xml" Id="R19431ddcb6724b7b" /><Relationship Type="http://schemas.openxmlformats.org/officeDocument/2006/relationships/slide" Target="/ppt/slides/slide73.xml" Id="R542d539933034152" /><Relationship Type="http://schemas.openxmlformats.org/officeDocument/2006/relationships/slide" Target="/ppt/slides/slide74.xml" Id="Rcec6557db8e94fa2" /><Relationship Type="http://schemas.openxmlformats.org/officeDocument/2006/relationships/slide" Target="/ppt/slides/slide75.xml" Id="R8bc39ae24e5843ca" /><Relationship Type="http://schemas.openxmlformats.org/officeDocument/2006/relationships/slide" Target="/ppt/slides/slide76.xml" Id="R378164716e3c47ac" /><Relationship Type="http://schemas.openxmlformats.org/officeDocument/2006/relationships/slide" Target="/ppt/slides/slide77.xml" Id="R5c1e70a7e73444b9" /><Relationship Type="http://schemas.openxmlformats.org/officeDocument/2006/relationships/slide" Target="/ppt/slides/slide78.xml" Id="R0dae9274869f472d" /><Relationship Type="http://schemas.openxmlformats.org/officeDocument/2006/relationships/slide" Target="/ppt/slides/slide79.xml" Id="R60c9f416075b4e63" /><Relationship Type="http://schemas.openxmlformats.org/officeDocument/2006/relationships/slide" Target="/ppt/slides/slide80.xml" Id="Rfff8c90ef55545a6" /><Relationship Type="http://schemas.openxmlformats.org/officeDocument/2006/relationships/slide" Target="/ppt/slides/slide81.xml" Id="R0a5b5111e23d4a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95e5540e6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c35da00fd430b" /><Relationship Type="http://schemas.openxmlformats.org/officeDocument/2006/relationships/notesMaster" Target="/ppt/notesMasters/notesMaster1.xml" Id="Rb4b9c208c08e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7e1e1075b4b03" /><Relationship Type="http://schemas.openxmlformats.org/officeDocument/2006/relationships/notesMaster" Target="/ppt/notesMasters/notesMaster1.xml" Id="Ra2154fae903d43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7f79c5515e497f" /><Relationship Type="http://schemas.openxmlformats.org/officeDocument/2006/relationships/notesMaster" Target="/ppt/notesMasters/notesMaster1.xml" Id="Rb5427042abe34d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7fe3ab00245fb" /><Relationship Type="http://schemas.openxmlformats.org/officeDocument/2006/relationships/notesMaster" Target="/ppt/notesMasters/notesMaster1.xml" Id="Rdf7770520b6049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a2d936917417e" /><Relationship Type="http://schemas.openxmlformats.org/officeDocument/2006/relationships/notesMaster" Target="/ppt/notesMasters/notesMaster1.xml" Id="R8acc55bb7ba5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7d5250f82c48bd" /><Relationship Type="http://schemas.openxmlformats.org/officeDocument/2006/relationships/notesMaster" Target="/ppt/notesMasters/notesMaster1.xml" Id="R6fe947c4c1fd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4a2925ecd34417" /><Relationship Type="http://schemas.openxmlformats.org/officeDocument/2006/relationships/notesMaster" Target="/ppt/notesMasters/notesMaster1.xml" Id="R4b2748dd3c4845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034cfbc7004224" /><Relationship Type="http://schemas.openxmlformats.org/officeDocument/2006/relationships/notesMaster" Target="/ppt/notesMasters/notesMaster1.xml" Id="Rb465244a38ca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2cffafb3ca4a81" /><Relationship Type="http://schemas.openxmlformats.org/officeDocument/2006/relationships/notesMaster" Target="/ppt/notesMasters/notesMaster1.xml" Id="Rafe37f38b09942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c6dcec4ec48b7" /><Relationship Type="http://schemas.openxmlformats.org/officeDocument/2006/relationships/notesMaster" Target="/ppt/notesMasters/notesMaster1.xml" Id="R395259ee98be4a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6b6684f8474fa1" /><Relationship Type="http://schemas.openxmlformats.org/officeDocument/2006/relationships/notesMaster" Target="/ppt/notesMasters/notesMaster1.xml" Id="Rf3d8beab7f4043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609c0da659429d" /><Relationship Type="http://schemas.openxmlformats.org/officeDocument/2006/relationships/notesMaster" Target="/ppt/notesMasters/notesMaster1.xml" Id="R07231266bdac47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08c658121f4a35" /><Relationship Type="http://schemas.openxmlformats.org/officeDocument/2006/relationships/notesMaster" Target="/ppt/notesMasters/notesMaster1.xml" Id="Rd211eaea1d9a41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6180bc7f994b54" /><Relationship Type="http://schemas.openxmlformats.org/officeDocument/2006/relationships/notesMaster" Target="/ppt/notesMasters/notesMaster1.xml" Id="R45d6b9895a7842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187745599b4c1d" /><Relationship Type="http://schemas.openxmlformats.org/officeDocument/2006/relationships/notesMaster" Target="/ppt/notesMasters/notesMaster1.xml" Id="Rb776fbd610144e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87faab1fbe49ac" /><Relationship Type="http://schemas.openxmlformats.org/officeDocument/2006/relationships/notesMaster" Target="/ppt/notesMasters/notesMaster1.xml" Id="R64bfd862d7fa44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331bf305fe483c" /><Relationship Type="http://schemas.openxmlformats.org/officeDocument/2006/relationships/notesMaster" Target="/ppt/notesMasters/notesMaster1.xml" Id="R9e116e1f63fd45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9ecc137e974f89" /><Relationship Type="http://schemas.openxmlformats.org/officeDocument/2006/relationships/notesMaster" Target="/ppt/notesMasters/notesMaster1.xml" Id="R1a18f1f6984e44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51271653ea4ef6" /><Relationship Type="http://schemas.openxmlformats.org/officeDocument/2006/relationships/notesMaster" Target="/ppt/notesMasters/notesMaster1.xml" Id="R6f2e9241af7444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d9b54dfd2b4ee9" /><Relationship Type="http://schemas.openxmlformats.org/officeDocument/2006/relationships/notesMaster" Target="/ppt/notesMasters/notesMaster1.xml" Id="R176c71bc4d4647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733ddbc6dd420c" /><Relationship Type="http://schemas.openxmlformats.org/officeDocument/2006/relationships/notesMaster" Target="/ppt/notesMasters/notesMaster1.xml" Id="Rf351139087e247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442f53d6924cbb" /><Relationship Type="http://schemas.openxmlformats.org/officeDocument/2006/relationships/notesMaster" Target="/ppt/notesMasters/notesMaster1.xml" Id="R9518137c605f4a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249c00f9244bc2" /><Relationship Type="http://schemas.openxmlformats.org/officeDocument/2006/relationships/notesMaster" Target="/ppt/notesMasters/notesMaster1.xml" Id="R4323ba703be642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cd7c266d394264" /><Relationship Type="http://schemas.openxmlformats.org/officeDocument/2006/relationships/notesMaster" Target="/ppt/notesMasters/notesMaster1.xml" Id="Raac7c896eb2d4d1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0e5a2a133148cf" /><Relationship Type="http://schemas.openxmlformats.org/officeDocument/2006/relationships/notesMaster" Target="/ppt/notesMasters/notesMaster1.xml" Id="R5b9ced9b3dc24d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87b0a39a1bc42b6" /><Relationship Type="http://schemas.openxmlformats.org/officeDocument/2006/relationships/notesMaster" Target="/ppt/notesMasters/notesMaster1.xml" Id="R770f3719910e40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c213f818d845cc" /><Relationship Type="http://schemas.openxmlformats.org/officeDocument/2006/relationships/notesMaster" Target="/ppt/notesMasters/notesMaster1.xml" Id="R4e1a5db5d1cd44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f151c19ff24f5d" /><Relationship Type="http://schemas.openxmlformats.org/officeDocument/2006/relationships/notesMaster" Target="/ppt/notesMasters/notesMaster1.xml" Id="R96aea47a260c4e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4e0601f45c4a6a" /><Relationship Type="http://schemas.openxmlformats.org/officeDocument/2006/relationships/notesMaster" Target="/ppt/notesMasters/notesMaster1.xml" Id="Rdc915767a7db4f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39ddfd2ba904880" /><Relationship Type="http://schemas.openxmlformats.org/officeDocument/2006/relationships/notesMaster" Target="/ppt/notesMasters/notesMaster1.xml" Id="Re81fafdc04d144d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e5f952d98f5453f" /><Relationship Type="http://schemas.openxmlformats.org/officeDocument/2006/relationships/notesMaster" Target="/ppt/notesMasters/notesMaster1.xml" Id="R3906ff4d73d04f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e930155d1443f5" /><Relationship Type="http://schemas.openxmlformats.org/officeDocument/2006/relationships/notesMaster" Target="/ppt/notesMasters/notesMaster1.xml" Id="R0af7fb08875940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df3e14e4b9140e2" /><Relationship Type="http://schemas.openxmlformats.org/officeDocument/2006/relationships/notesMaster" Target="/ppt/notesMasters/notesMaster1.xml" Id="Rb5926617147e4a8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8b21bf9ca34cd2" /><Relationship Type="http://schemas.openxmlformats.org/officeDocument/2006/relationships/notesMaster" Target="/ppt/notesMasters/notesMaster1.xml" Id="Rc94ce8c8444246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7960230172643d3" /><Relationship Type="http://schemas.openxmlformats.org/officeDocument/2006/relationships/notesMaster" Target="/ppt/notesMasters/notesMaster1.xml" Id="R37c8a9c413114c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9390ce3e464c89" /><Relationship Type="http://schemas.openxmlformats.org/officeDocument/2006/relationships/notesMaster" Target="/ppt/notesMasters/notesMaster1.xml" Id="R6c89b4aaf1094b0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90c5d6f6eef4c61" /><Relationship Type="http://schemas.openxmlformats.org/officeDocument/2006/relationships/notesMaster" Target="/ppt/notesMasters/notesMaster1.xml" Id="R40c27fb0bd11413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5ec988dc77f4c1e" /><Relationship Type="http://schemas.openxmlformats.org/officeDocument/2006/relationships/notesMaster" Target="/ppt/notesMasters/notesMaster1.xml" Id="R5fbba58951c64ae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a39860b463f40d3" /><Relationship Type="http://schemas.openxmlformats.org/officeDocument/2006/relationships/notesMaster" Target="/ppt/notesMasters/notesMaster1.xml" Id="R235e84ecae9649d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33c49ab79a24eb9" /><Relationship Type="http://schemas.openxmlformats.org/officeDocument/2006/relationships/notesMaster" Target="/ppt/notesMasters/notesMaster1.xml" Id="R25cba7b14f4049c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13bbd62a7442c6" /><Relationship Type="http://schemas.openxmlformats.org/officeDocument/2006/relationships/notesMaster" Target="/ppt/notesMasters/notesMaster1.xml" Id="Rc8fd426cbafe446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9ef0ccc6d9a4a4d" /><Relationship Type="http://schemas.openxmlformats.org/officeDocument/2006/relationships/notesMaster" Target="/ppt/notesMasters/notesMaster1.xml" Id="R7a92283c790d44c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10d54b5616a4387" /><Relationship Type="http://schemas.openxmlformats.org/officeDocument/2006/relationships/notesMaster" Target="/ppt/notesMasters/notesMaster1.xml" Id="R8fe876840a3c485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7db41b759d64286" /><Relationship Type="http://schemas.openxmlformats.org/officeDocument/2006/relationships/notesMaster" Target="/ppt/notesMasters/notesMaster1.xml" Id="R9e1365e320da413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18a8aa871374d4c" /><Relationship Type="http://schemas.openxmlformats.org/officeDocument/2006/relationships/notesMaster" Target="/ppt/notesMasters/notesMaster1.xml" Id="Rd3cb63030ada467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ddced26595745f4" /><Relationship Type="http://schemas.openxmlformats.org/officeDocument/2006/relationships/notesMaster" Target="/ppt/notesMasters/notesMaster1.xml" Id="R6320e4cf65a244c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4dac8f70b284bb6" /><Relationship Type="http://schemas.openxmlformats.org/officeDocument/2006/relationships/notesMaster" Target="/ppt/notesMasters/notesMaster1.xml" Id="R0c844843671c4c2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b83313a92984ded" /><Relationship Type="http://schemas.openxmlformats.org/officeDocument/2006/relationships/notesMaster" Target="/ppt/notesMasters/notesMaster1.xml" Id="R4b9dda974b7a46a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eae129921c543f3" /><Relationship Type="http://schemas.openxmlformats.org/officeDocument/2006/relationships/notesMaster" Target="/ppt/notesMasters/notesMaster1.xml" Id="Rc5494f4a4def480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24abc339b374e56" /><Relationship Type="http://schemas.openxmlformats.org/officeDocument/2006/relationships/notesMaster" Target="/ppt/notesMasters/notesMaster1.xml" Id="R35c9f7262d0c4f5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fd92bb2fc634bf3" /><Relationship Type="http://schemas.openxmlformats.org/officeDocument/2006/relationships/notesMaster" Target="/ppt/notesMasters/notesMaster1.xml" Id="R3bbd6c032b14439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ee2b796b04e4649" /><Relationship Type="http://schemas.openxmlformats.org/officeDocument/2006/relationships/notesMaster" Target="/ppt/notesMasters/notesMaster1.xml" Id="R75e8c4584c284ed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5128b5ed9ea4155" /><Relationship Type="http://schemas.openxmlformats.org/officeDocument/2006/relationships/notesMaster" Target="/ppt/notesMasters/notesMaster1.xml" Id="Rd622731452a34d2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4a62d9028e34fb7" /><Relationship Type="http://schemas.openxmlformats.org/officeDocument/2006/relationships/notesMaster" Target="/ppt/notesMasters/notesMaster1.xml" Id="R3f90ea0e24d3439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c55c80c60cf422b" /><Relationship Type="http://schemas.openxmlformats.org/officeDocument/2006/relationships/notesMaster" Target="/ppt/notesMasters/notesMaster1.xml" Id="R87e59baf2639488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9e78c8d0a084adb" /><Relationship Type="http://schemas.openxmlformats.org/officeDocument/2006/relationships/notesMaster" Target="/ppt/notesMasters/notesMaster1.xml" Id="R3baa66f3cb0f4bc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a6c04a182a040c1" /><Relationship Type="http://schemas.openxmlformats.org/officeDocument/2006/relationships/notesMaster" Target="/ppt/notesMasters/notesMaster1.xml" Id="Rf9905d966840418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32ec9d8dd124829" /><Relationship Type="http://schemas.openxmlformats.org/officeDocument/2006/relationships/notesMaster" Target="/ppt/notesMasters/notesMaster1.xml" Id="R53f0f9a44045491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e84be130c8e456c" /><Relationship Type="http://schemas.openxmlformats.org/officeDocument/2006/relationships/notesMaster" Target="/ppt/notesMasters/notesMaster1.xml" Id="Rfcebb64cc8e74f5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ef7bcc5eb0d4db5" /><Relationship Type="http://schemas.openxmlformats.org/officeDocument/2006/relationships/notesMaster" Target="/ppt/notesMasters/notesMaster1.xml" Id="R5391451a13e8455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d64f6ec89734612" /><Relationship Type="http://schemas.openxmlformats.org/officeDocument/2006/relationships/notesMaster" Target="/ppt/notesMasters/notesMaster1.xml" Id="R1fd7af71c9d04bf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a053e30cc744a3f" /><Relationship Type="http://schemas.openxmlformats.org/officeDocument/2006/relationships/notesMaster" Target="/ppt/notesMasters/notesMaster1.xml" Id="Rfbfbbd4ef6cf482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dba1b0390f4448e" /><Relationship Type="http://schemas.openxmlformats.org/officeDocument/2006/relationships/notesMaster" Target="/ppt/notesMasters/notesMaster1.xml" Id="R141dcc4773a0451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19240d1e6f14d3a" /><Relationship Type="http://schemas.openxmlformats.org/officeDocument/2006/relationships/notesMaster" Target="/ppt/notesMasters/notesMaster1.xml" Id="R3e8bb77f600c40e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8682c14b9e74373" /><Relationship Type="http://schemas.openxmlformats.org/officeDocument/2006/relationships/notesMaster" Target="/ppt/notesMasters/notesMaster1.xml" Id="Rdcd903a1837f4aa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faae4bd70404baa" /><Relationship Type="http://schemas.openxmlformats.org/officeDocument/2006/relationships/notesMaster" Target="/ppt/notesMasters/notesMaster1.xml" Id="R3c7fc1b75751492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9ff4aa657674ce6" /><Relationship Type="http://schemas.openxmlformats.org/officeDocument/2006/relationships/notesMaster" Target="/ppt/notesMasters/notesMaster1.xml" Id="R42b3fda6e7e14e3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9cb760c4f1a4b9c" /><Relationship Type="http://schemas.openxmlformats.org/officeDocument/2006/relationships/notesMaster" Target="/ppt/notesMasters/notesMaster1.xml" Id="R04b95d6f16cf495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7fc27a4a0234762" /><Relationship Type="http://schemas.openxmlformats.org/officeDocument/2006/relationships/notesMaster" Target="/ppt/notesMasters/notesMaster1.xml" Id="R8815f4fde0ad44f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8bb6d8cc8364f30" /><Relationship Type="http://schemas.openxmlformats.org/officeDocument/2006/relationships/notesMaster" Target="/ppt/notesMasters/notesMaster1.xml" Id="Rf41721cd910d4d9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d6d69edd7274000" /><Relationship Type="http://schemas.openxmlformats.org/officeDocument/2006/relationships/notesMaster" Target="/ppt/notesMasters/notesMaster1.xml" Id="Re0fe628fb75a407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7ccb1e56ef17427b" /><Relationship Type="http://schemas.openxmlformats.org/officeDocument/2006/relationships/notesMaster" Target="/ppt/notesMasters/notesMaster1.xml" Id="Rc58fa732b77a4f8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0fa5a32fe75419c" /><Relationship Type="http://schemas.openxmlformats.org/officeDocument/2006/relationships/notesMaster" Target="/ppt/notesMasters/notesMaster1.xml" Id="R390e2ad20caa472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28231bafd194159" /><Relationship Type="http://schemas.openxmlformats.org/officeDocument/2006/relationships/notesMaster" Target="/ppt/notesMasters/notesMaster1.xml" Id="R432446b2257b47f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fc1798204a842b4" /><Relationship Type="http://schemas.openxmlformats.org/officeDocument/2006/relationships/notesMaster" Target="/ppt/notesMasters/notesMaster1.xml" Id="R6a65fd8757ee4f6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68fc5a1a8a645b5" /><Relationship Type="http://schemas.openxmlformats.org/officeDocument/2006/relationships/notesMaster" Target="/ppt/notesMasters/notesMaster1.xml" Id="Rd3e6451eb022401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6eaa7e365db48e0" /><Relationship Type="http://schemas.openxmlformats.org/officeDocument/2006/relationships/notesMaster" Target="/ppt/notesMasters/notesMaster1.xml" Id="Rf44ef700b46d4f4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13eaf70d0654dec" /><Relationship Type="http://schemas.openxmlformats.org/officeDocument/2006/relationships/notesMaster" Target="/ppt/notesMasters/notesMaster1.xml" Id="R488681cd3933473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933cfb8bbb5413a" /><Relationship Type="http://schemas.openxmlformats.org/officeDocument/2006/relationships/notesMaster" Target="/ppt/notesMasters/notesMaster1.xml" Id="R33c644db80de48f5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9b9b8173d4a4153" /><Relationship Type="http://schemas.openxmlformats.org/officeDocument/2006/relationships/notesMaster" Target="/ppt/notesMasters/notesMaster1.xml" Id="R839b246925d6419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524e487efb54376" /><Relationship Type="http://schemas.openxmlformats.org/officeDocument/2006/relationships/notesMaster" Target="/ppt/notesMasters/notesMaster1.xml" Id="Re1c47662f3dd40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Question-solving deck for live teaching on a smart TV. Original question excerpts preserve source code and symbols. Read the enlarged excerpt slide(s), then use the working slide for live annotation. Source collection: https://ourdiu.com/questions/courses/257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{"id":"legacy-22","username":"foysalhridoy","name":"Md. Ferdous Foysal Hridoy","image":"https://files.ourdiu.com/avatars/10f29923-91bd-45d0-8114-a96eacce3f35"}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Q1(a-b) Operators and identifiers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Q1(a-b) Operators and identifiers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Q2(a-b) Errors and corrected code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Q2(a-b) Errors and corrected code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Q2(c) Output tracing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Q2(c) Output tracing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Q3(a) Sharing juice bottles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Q3(a) Sharing juice bottles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Q3(b) Electricity bill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Q3(b) Electricity bill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Q3(c) Squares and divisibility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Q3(c) Squares and divisibility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Q3(d) Alternating grid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Q3(d) Alternating grid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Original submission 614</a:t>
            </a:r>
          </a:p>
          <a:p xmlns:a="http://schemas.openxmlformats.org/drawingml/2006/main">
            <a:r>
              <a:t>Complete question: Q3(e) Divisible numbers and average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https://ourdiu.com/questions/472</a:t>
            </a:r>
          </a:p>
          <a:p xmlns:a="http://schemas.openxmlformats.org/drawingml/2006/main">
            <a:r>
              <a:t>Q3(e) Divisible numbers and average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{"id":"legacy-228","username":"raiyan","name":"RAIYAN","image":"https://files.ourdiu.com/avatars/5129b054-12db-4ae5-b192-98b740c161a1"}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Q1 Operators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Q1 Operators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Q2(a-b) Errors and corrected code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Q2(a-b) Errors and corrected code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Q3(a) Grade calculation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Q3(a) Grade calculation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Q3(b) Canteen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Q3(b) Canteen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Q4(a) Computers and cables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Q4(a) Computers and cables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Q4(b) Lab access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Q4(b) Lab access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Q4(c) Number display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Q4(c) Number display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Q4(d) Triangle pattern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Q4(d) Triangle pattern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Original submission 1322</a:t>
            </a:r>
          </a:p>
          <a:p xmlns:a="http://schemas.openxmlformats.org/drawingml/2006/main">
            <a:r>
              <a:t>Complete question: Q4(e) Lab performance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https://ourdiu.com/questions/982</a:t>
            </a:r>
          </a:p>
          <a:p xmlns:a="http://schemas.openxmlformats.org/drawingml/2006/main">
            <a:r>
              <a:t>Q4(e) Lab performance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{"id":"legacy-150","username":"25215417","name":"Md. Mahfuzur Rahman","image":null}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Q1 Keywords and identifiers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Q1 Keywords and identifiers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Q2(a-b) Errors and corrected code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Q2(a-b) Errors and corrected code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Q3(a) Canteen discount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Q3(a) Canteen discount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Q3(b) Prime number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Q3(b) Prime number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Q4(a) Pulse count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Q4(a) Pulse count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Q4(b) Strength improvement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Q4(b) Strength improvement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Q4(c) Health condition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Q4(c) Health condition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Q4(d) Water intake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Q4(d) Water intake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Original submission 1785</a:t>
            </a:r>
          </a:p>
          <a:p xmlns:a="http://schemas.openxmlformats.org/drawingml/2006/main">
            <a:r>
              <a:t>Complete question: Q4(e) Second maximum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https://ourdiu.com/questions/1372</a:t>
            </a:r>
          </a:p>
          <a:p xmlns:a="http://schemas.openxmlformats.org/drawingml/2006/main">
            <a:r>
              <a:t>Q4(e) Second maximum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{"id":"legacy-115","username":"251-15-210","name":"MD. Abdullah Al Fahim","image":"https://files.ourdiu.com/avatars/803de213-3968-449b-beed-71a92ae2b139"}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Q1 Data types and concepts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Q1 Data types and concepts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Q2(a-b) Errors and corrected code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Q2(a-b) Errors and corrected code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Q3(a) Taxi fare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Q3(a) Taxi fare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Q3(b) Factorial flowchart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Q3(b) Factorial flowchart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Q4(a) Welcome message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Q4(a) Welcome message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Q4(b-i) Fan control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Q4(b-i) Fan control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Q4(b-ii) Cooling mode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Q4(b-ii) Cooling mode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Q4(c-i) Tree growth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Q4(c-i) Tree growth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Q4(c-ii) Bird flights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Q4(c-ii) Bird flights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Q4(d-i) Temperature readings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Q4(d-i) Temperature readings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Original submission 1972</a:t>
            </a:r>
          </a:p>
          <a:p xmlns:a="http://schemas.openxmlformats.org/drawingml/2006/main">
            <a:r>
              <a:t>Complete question: Q4(d-ii) Days above average</a:t>
            </a:r>
          </a:p>
          <a:p xmlns:a="http://schemas.openxmlformats.org/drawingml/2006/main">
            <a:r>
              <a:t>The following slide provides space for live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https://ourdiu.com/questions/812</a:t>
            </a:r>
          </a:p>
          <a:p xmlns:a="http://schemas.openxmlformats.org/drawingml/2006/main">
            <a:r>
              <a:t>Q4(d-ii) Days above average</a:t>
            </a:r>
          </a:p>
          <a:p xmlns:a="http://schemas.openxmlformats.org/drawingml/2006/main">
            <a:r>
              <a:t>Use the blank area to explain the algorithm, trace variables, or write the solution live. For a larger view of the question, return to the preceding excerpt slide(s).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db2cc89fa46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27e57fd164a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16fbec03042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7b7c0fb454b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60c51de9648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39064715545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8d446d85d47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90799e0274a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1162cd4fb40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5624df9ba46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a0d0139d945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1FAB6A-02CD-4747-AA87-780F4F8E688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669E25-C254-4F7D-9D69-E843AEC706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C55F53-8BCE-494A-AD40-700101418B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4C8369-BFF0-4025-A835-C907C06486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0A475F-3762-481A-99F6-D3E99CF57E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29323D-2713-4825-994F-7C10B6CAE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728B0B-25C5-448C-BA9A-16AADAA387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27B6B4-68D2-4992-B3E4-D8E86E1BB5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129EE9-959D-489F-9D2D-BC1C89D9D9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68C247-2D52-4C4C-BB37-64F73BF9A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2E6C16-9698-49B1-B18E-5E75B95C1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D34E27-01C8-4B90-9367-ED05B38B0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AF259D-6D1D-48A2-BDBC-E25C0787F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9EB7B8-47F5-4CE8-8FED-1218B02C0C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43F683-ABE9-4D17-A2E1-37A3BA4FE5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0540F8-67D3-46D6-ACCC-A0927BEC3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AD5AA3-B4D6-48FF-A2B2-D6FA75BEF1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D0EABF-FE1D-41C2-AD95-B7A728C113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B27C50-8AC7-4B27-9E80-A98FD26F3E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10CC67-C2C3-4843-9182-2A4FEDBA8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21FDF6-531B-468A-B173-841FE1CA43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F01909-0BFE-4B80-905F-0FDAEBF28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39B871-80B2-4AF2-9AB7-BE6E9374B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9616C7-B587-43EA-9A0C-295DF96A05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38572E-9A21-4AF6-AF4F-CBB6E3FB4B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68E730C-9E3E-4BB6-A059-6E083EBBDAE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AEE6EC-A2E4-49DF-BD70-7DDEF72731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B632840-E5F0-4DE1-9571-DE724925C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EB3C098-B6DA-4D6B-A815-EDBBE8607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679BC5-36AF-4C39-ADE1-AAE84951C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20E2A37-134B-4CD1-9A8C-E3AB813E9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C95AED9-A892-4DF4-ACD1-42BE962A97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E96CA2-9806-4F85-B74C-CBB0DE30D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7B8C8AA-02E0-4ABC-9610-8834278E35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5E42843-8BE0-4117-9E4C-C53E2CE894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F639CA-EFDE-436E-AE04-BBF7EAF3F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F08FFB-90CA-4C7D-8B14-B5BA74A0C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DC858D-CA70-4598-9364-F5E959672C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5E4B88C-3CD4-4A6A-B2F8-FDF931486E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3602E7-3D2A-4545-91C5-86A504FE5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2DB29E-AE16-4B7E-B319-8E1639AE38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422BF98-DEEB-45A9-8C3A-A8F8044BC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98C2C-A09C-4AEF-A050-C52125E3F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B924190-F406-4036-B298-D9E681F10B6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0EF5BB-D0D0-46B5-82D9-02B24112C4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3A3A82-0D07-4C40-9EAD-50773D2240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10BB98-AAEC-48A8-8078-8E8F6DA994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0E3BA3-4A46-4611-B374-1DC51210BB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E1FD54-C55A-49D9-AED7-8142B1476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DC1C04-6AD8-453C-9178-BDBAA7F3F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1DC10A-55B5-498F-9621-B71AD3F1D7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817D37-2EB1-4533-ABAA-E333E8E0C7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83E5D3-069D-4DC8-A4E9-F6D15EBA50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A2A34B2-BF9D-4822-B078-265D93FBC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72BF12-EF0F-4ACE-9E4C-669C1ED595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5E2706-38F4-467B-8323-91EBA8DEDD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B4D326-BB3E-4DB8-83DF-90E9E1F710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912321-5139-4D99-8923-59DB1C83A1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1af5816974172" /><Relationship Type="http://schemas.openxmlformats.org/officeDocument/2006/relationships/slideLayout" Target="/ppt/slideLayouts/slideLayout1.xml" Id="R84f1d4cc00d6458a" /><Relationship Type="http://schemas.openxmlformats.org/officeDocument/2006/relationships/slideLayout" Target="/ppt/slideLayouts/slideLayout2.xml" Id="R9c8928904df348ac" /><Relationship Type="http://schemas.openxmlformats.org/officeDocument/2006/relationships/slideLayout" Target="/ppt/slideLayouts/slideLayout3.xml" Id="R52db42e126e64b41" /><Relationship Type="http://schemas.openxmlformats.org/officeDocument/2006/relationships/slideLayout" Target="/ppt/slideLayouts/slideLayout4.xml" Id="Rddf4309084fb41f6" /><Relationship Type="http://schemas.openxmlformats.org/officeDocument/2006/relationships/slideLayout" Target="/ppt/slideLayouts/slideLayout5.xml" Id="Rb9af3da783da4512" /><Relationship Type="http://schemas.openxmlformats.org/officeDocument/2006/relationships/slideLayout" Target="/ppt/slideLayouts/slideLayout6.xml" Id="R187f1f65b44f48cf" /><Relationship Type="http://schemas.openxmlformats.org/officeDocument/2006/relationships/slideLayout" Target="/ppt/slideLayouts/slideLayout7.xml" Id="Re95c4432606343a9" /><Relationship Type="http://schemas.openxmlformats.org/officeDocument/2006/relationships/slideLayout" Target="/ppt/slideLayouts/slideLayout8.xml" Id="R0e80e7647ddd4024" /><Relationship Type="http://schemas.openxmlformats.org/officeDocument/2006/relationships/slideLayout" Target="/ppt/slideLayouts/slideLayout9.xml" Id="Re1ee2d2785224457" /><Relationship Type="http://schemas.openxmlformats.org/officeDocument/2006/relationships/slideLayout" Target="/ppt/slideLayouts/slideLayout10.xml" Id="R148f9f01ae994e72" /><Relationship Type="http://schemas.openxmlformats.org/officeDocument/2006/relationships/slideLayout" Target="/ppt/slideLayouts/slideLayout11.xml" Id="Rba9f3fde9e5746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E429967-2FBE-4A64-86B6-A8A4D13C3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AE3FB3-35B7-4A64-A236-9F67FAA03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CF5C47-E493-4554-A680-77B0EB8F87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95CB27-F112-42CB-92AF-CA9308C082A3}" type="datetimeFigureOut">
              <a:t>10/12/2026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34B9F4-9595-4D18-976E-75B7156378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CDBCA6-BBEC-40A3-959C-F431CA9FA2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0771608-76F4-48A3-839C-E690E9958333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1d4cc00d6458a"/>
    <p:sldLayoutId xmlns:r="http://schemas.openxmlformats.org/officeDocument/2006/relationships" id="2147483650" r:id="R9c8928904df348ac"/>
    <p:sldLayoutId xmlns:r="http://schemas.openxmlformats.org/officeDocument/2006/relationships" id="2147483651" r:id="R52db42e126e64b41"/>
    <p:sldLayoutId xmlns:r="http://schemas.openxmlformats.org/officeDocument/2006/relationships" id="2147483652" r:id="Rddf4309084fb41f6"/>
    <p:sldLayoutId xmlns:r="http://schemas.openxmlformats.org/officeDocument/2006/relationships" id="2147483653" r:id="Rb9af3da783da4512"/>
    <p:sldLayoutId xmlns:r="http://schemas.openxmlformats.org/officeDocument/2006/relationships" id="2147483654" r:id="R187f1f65b44f48cf"/>
    <p:sldLayoutId xmlns:r="http://schemas.openxmlformats.org/officeDocument/2006/relationships" id="2147483655" r:id="Re95c4432606343a9"/>
    <p:sldLayoutId xmlns:r="http://schemas.openxmlformats.org/officeDocument/2006/relationships" id="2147483656" r:id="R0e80e7647ddd4024"/>
    <p:sldLayoutId xmlns:r="http://schemas.openxmlformats.org/officeDocument/2006/relationships" id="2147483657" r:id="Re1ee2d2785224457"/>
    <p:sldLayoutId xmlns:r="http://schemas.openxmlformats.org/officeDocument/2006/relationships" id="2147483658" r:id="R148f9f01ae994e72"/>
    <p:sldLayoutId xmlns:r="http://schemas.openxmlformats.org/officeDocument/2006/relationships" id="2147483659" r:id="Rba9f3fde9e57467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e404abbbca4484" /><Relationship Type="http://schemas.openxmlformats.org/officeDocument/2006/relationships/image" Target="/ppt/media/image.png" Id="R1ad2224c74e24dab" /><Relationship Type="http://schemas.openxmlformats.org/officeDocument/2006/relationships/notesSlide" Target="/ppt/notesSlides/notesSlide1.xml" Id="Rf68ab890fcd3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432c582a574ca8" /><Relationship Type="http://schemas.openxmlformats.org/officeDocument/2006/relationships/image" Target="/ppt/media/image.png" Id="R5f2af26dff30461d" /><Relationship Type="http://schemas.openxmlformats.org/officeDocument/2006/relationships/notesSlide" Target="/ppt/notesSlides/notesSlide2.xml" Id="R352bfa4990694c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3887dc09b54971" /><Relationship Type="http://schemas.openxmlformats.org/officeDocument/2006/relationships/image" Target="/ppt/media/image.png" Id="R75c8379642094d84" /><Relationship Type="http://schemas.openxmlformats.org/officeDocument/2006/relationships/notesSlide" Target="/ppt/notesSlides/notesSlide3.xml" Id="R9859741eb7ca4f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b2d809c6b64cf0" /><Relationship Type="http://schemas.openxmlformats.org/officeDocument/2006/relationships/image" Target="/ppt/media/image.png" Id="Rf61467cbd8e045d8" /><Relationship Type="http://schemas.openxmlformats.org/officeDocument/2006/relationships/image" Target="/ppt/media/image2.png" Id="Re68fe5f36452484d" /><Relationship Type="http://schemas.openxmlformats.org/officeDocument/2006/relationships/notesSlide" Target="/ppt/notesSlides/notesSlide4.xml" Id="Rb8b88a853d8242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93b2c12a854116" /><Relationship Type="http://schemas.openxmlformats.org/officeDocument/2006/relationships/image" Target="/ppt/media/image.png" Id="R7ea2b2f14fa149e7" /><Relationship Type="http://schemas.openxmlformats.org/officeDocument/2006/relationships/image" Target="/ppt/media/image3.png" Id="Re552340f4a40491f" /><Relationship Type="http://schemas.openxmlformats.org/officeDocument/2006/relationships/notesSlide" Target="/ppt/notesSlides/notesSlide5.xml" Id="Rf72c359e0c5147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9d6d040ab04b6a" /><Relationship Type="http://schemas.openxmlformats.org/officeDocument/2006/relationships/image" Target="/ppt/media/image.png" Id="R512fe7c5cdca40b3" /><Relationship Type="http://schemas.openxmlformats.org/officeDocument/2006/relationships/image" Target="/ppt/media/image4.png" Id="R67e152bd9a554a17" /><Relationship Type="http://schemas.openxmlformats.org/officeDocument/2006/relationships/notesSlide" Target="/ppt/notesSlides/notesSlide6.xml" Id="Re5fc9b915f1d4a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937ef7416842c9" /><Relationship Type="http://schemas.openxmlformats.org/officeDocument/2006/relationships/image" Target="/ppt/media/image.png" Id="R68ea957daecf4f09" /><Relationship Type="http://schemas.openxmlformats.org/officeDocument/2006/relationships/image" Target="/ppt/media/image5.png" Id="Rcfafbef446dd4880" /><Relationship Type="http://schemas.openxmlformats.org/officeDocument/2006/relationships/notesSlide" Target="/ppt/notesSlides/notesSlide7.xml" Id="Ref4dfee4dff74c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72e1f2804146fe" /><Relationship Type="http://schemas.openxmlformats.org/officeDocument/2006/relationships/image" Target="/ppt/media/image.png" Id="R2c5591aff4024bcc" /><Relationship Type="http://schemas.openxmlformats.org/officeDocument/2006/relationships/image" Target="/ppt/media/image6.png" Id="R7e2b63be829f48d1" /><Relationship Type="http://schemas.openxmlformats.org/officeDocument/2006/relationships/notesSlide" Target="/ppt/notesSlides/notesSlide8.xml" Id="R88493c73463f4d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02a07305f44a3c" /><Relationship Type="http://schemas.openxmlformats.org/officeDocument/2006/relationships/image" Target="/ppt/media/image.png" Id="R16edd1cc9c574505" /><Relationship Type="http://schemas.openxmlformats.org/officeDocument/2006/relationships/image" Target="/ppt/media/image7.png" Id="R6064a16c4d3e4b12" /><Relationship Type="http://schemas.openxmlformats.org/officeDocument/2006/relationships/notesSlide" Target="/ppt/notesSlides/notesSlide9.xml" Id="Rea67f69966034c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0bc67f5ae461c" /><Relationship Type="http://schemas.openxmlformats.org/officeDocument/2006/relationships/image" Target="/ppt/media/image.png" Id="Rb25ae6dc2a4d4b96" /><Relationship Type="http://schemas.openxmlformats.org/officeDocument/2006/relationships/image" Target="/ppt/media/image8.png" Id="Rf887073197d946e7" /><Relationship Type="http://schemas.openxmlformats.org/officeDocument/2006/relationships/notesSlide" Target="/ppt/notesSlides/notesSlide10.xml" Id="Rc55d842678b24d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8e8530a4574cea" /><Relationship Type="http://schemas.openxmlformats.org/officeDocument/2006/relationships/image" Target="/ppt/media/image.png" Id="R46a082b79c0941a2" /><Relationship Type="http://schemas.openxmlformats.org/officeDocument/2006/relationships/image" Target="/ppt/media/image9.png" Id="R771c876743c24790" /><Relationship Type="http://schemas.openxmlformats.org/officeDocument/2006/relationships/notesSlide" Target="/ppt/notesSlides/notesSlide11.xml" Id="Rbfde02d3b3ca4d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b2dcc0c50c46ee" /><Relationship Type="http://schemas.openxmlformats.org/officeDocument/2006/relationships/image" Target="/ppt/media/image.png" Id="R274e349f95ea44ed" /><Relationship Type="http://schemas.openxmlformats.org/officeDocument/2006/relationships/image" Target="/ppt/media/image10.png" Id="R366a5826a43a43fc" /><Relationship Type="http://schemas.openxmlformats.org/officeDocument/2006/relationships/notesSlide" Target="/ppt/notesSlides/notesSlide12.xml" Id="Rd52c9d20be0b45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3627c5e05a467d" /><Relationship Type="http://schemas.openxmlformats.org/officeDocument/2006/relationships/image" Target="/ppt/media/image.png" Id="Rb5012558dfd94ebf" /><Relationship Type="http://schemas.openxmlformats.org/officeDocument/2006/relationships/image" Target="/ppt/media/image11.png" Id="R5c966f0950244080" /><Relationship Type="http://schemas.openxmlformats.org/officeDocument/2006/relationships/notesSlide" Target="/ppt/notesSlides/notesSlide13.xml" Id="R1a9b745c7e4247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ccaa8e2116417b" /><Relationship Type="http://schemas.openxmlformats.org/officeDocument/2006/relationships/image" Target="/ppt/media/image.png" Id="R3ae43673582e40f8" /><Relationship Type="http://schemas.openxmlformats.org/officeDocument/2006/relationships/image" Target="/ppt/media/image12.png" Id="R1cf8dd574573440c" /><Relationship Type="http://schemas.openxmlformats.org/officeDocument/2006/relationships/notesSlide" Target="/ppt/notesSlides/notesSlide14.xml" Id="R335bd5b3a3504f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caff2b50404604" /><Relationship Type="http://schemas.openxmlformats.org/officeDocument/2006/relationships/image" Target="/ppt/media/image.png" Id="Ra848b57031a44893" /><Relationship Type="http://schemas.openxmlformats.org/officeDocument/2006/relationships/image" Target="/ppt/media/image13.png" Id="Rd7c8560bda3e475e" /><Relationship Type="http://schemas.openxmlformats.org/officeDocument/2006/relationships/notesSlide" Target="/ppt/notesSlides/notesSlide15.xml" Id="Rda5ce857221c4d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0547afb9c34c51" /><Relationship Type="http://schemas.openxmlformats.org/officeDocument/2006/relationships/image" Target="/ppt/media/image.png" Id="R25d75b2f99c64618" /><Relationship Type="http://schemas.openxmlformats.org/officeDocument/2006/relationships/image" Target="/ppt/media/image14.png" Id="Rebed06f0866a4dff" /><Relationship Type="http://schemas.openxmlformats.org/officeDocument/2006/relationships/notesSlide" Target="/ppt/notesSlides/notesSlide16.xml" Id="Re8505f9b23f74d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ecfb0a49954d9f" /><Relationship Type="http://schemas.openxmlformats.org/officeDocument/2006/relationships/image" Target="/ppt/media/image.png" Id="R58fdf01ab3a24548" /><Relationship Type="http://schemas.openxmlformats.org/officeDocument/2006/relationships/image" Target="/ppt/media/image15.png" Id="Rfeea976c42c7422c" /><Relationship Type="http://schemas.openxmlformats.org/officeDocument/2006/relationships/notesSlide" Target="/ppt/notesSlides/notesSlide17.xml" Id="R19061ab404c842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93fc79385b4140" /><Relationship Type="http://schemas.openxmlformats.org/officeDocument/2006/relationships/image" Target="/ppt/media/image.png" Id="R64a32bfc562d47fa" /><Relationship Type="http://schemas.openxmlformats.org/officeDocument/2006/relationships/image" Target="/ppt/media/image16.png" Id="Rba9c424ec7fd46b6" /><Relationship Type="http://schemas.openxmlformats.org/officeDocument/2006/relationships/notesSlide" Target="/ppt/notesSlides/notesSlide18.xml" Id="R519ad567d65b40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cc7ea742514dd6" /><Relationship Type="http://schemas.openxmlformats.org/officeDocument/2006/relationships/image" Target="/ppt/media/image.png" Id="R0339a1862d254fd8" /><Relationship Type="http://schemas.openxmlformats.org/officeDocument/2006/relationships/image" Target="/ppt/media/image17.png" Id="Rade5079b7aaf456d" /><Relationship Type="http://schemas.openxmlformats.org/officeDocument/2006/relationships/notesSlide" Target="/ppt/notesSlides/notesSlide19.xml" Id="Rc76c16f5268444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b6bbccdea444c6" /><Relationship Type="http://schemas.openxmlformats.org/officeDocument/2006/relationships/image" Target="/ppt/media/image.png" Id="Ra39bffb3c7704f70" /><Relationship Type="http://schemas.openxmlformats.org/officeDocument/2006/relationships/notesSlide" Target="/ppt/notesSlides/notesSlide20.xml" Id="R6d5811d485cf4c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f41f54d7ce453c" /><Relationship Type="http://schemas.openxmlformats.org/officeDocument/2006/relationships/image" Target="/ppt/media/image.png" Id="R85922227456f458f" /><Relationship Type="http://schemas.openxmlformats.org/officeDocument/2006/relationships/image" Target="/ppt/media/image18.png" Id="R76a7497bde4040fe" /><Relationship Type="http://schemas.openxmlformats.org/officeDocument/2006/relationships/notesSlide" Target="/ppt/notesSlides/notesSlide21.xml" Id="R3c0344abc4af4d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c2b92cc3e14d73" /><Relationship Type="http://schemas.openxmlformats.org/officeDocument/2006/relationships/image" Target="/ppt/media/image.png" Id="R0b8395f5628744b4" /><Relationship Type="http://schemas.openxmlformats.org/officeDocument/2006/relationships/image" Target="/ppt/media/image19.png" Id="R30f4b4c0fdc84abf" /><Relationship Type="http://schemas.openxmlformats.org/officeDocument/2006/relationships/notesSlide" Target="/ppt/notesSlides/notesSlide22.xml" Id="R91393369369344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ed4091349541ef" /><Relationship Type="http://schemas.openxmlformats.org/officeDocument/2006/relationships/image" Target="/ppt/media/image.png" Id="R163037f24ce347fe" /><Relationship Type="http://schemas.openxmlformats.org/officeDocument/2006/relationships/image" Target="/ppt/media/image20.png" Id="Rff43fa9c53304ad6" /><Relationship Type="http://schemas.openxmlformats.org/officeDocument/2006/relationships/notesSlide" Target="/ppt/notesSlides/notesSlide23.xml" Id="R7d31011e05f044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e4daac5eb5428c" /><Relationship Type="http://schemas.openxmlformats.org/officeDocument/2006/relationships/image" Target="/ppt/media/image.png" Id="Rdb408fbe2b57431f" /><Relationship Type="http://schemas.openxmlformats.org/officeDocument/2006/relationships/image" Target="/ppt/media/image21.png" Id="Rc0c2f9f2aaad4c2f" /><Relationship Type="http://schemas.openxmlformats.org/officeDocument/2006/relationships/notesSlide" Target="/ppt/notesSlides/notesSlide24.xml" Id="R8539f3944db145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ada92984414a5e" /><Relationship Type="http://schemas.openxmlformats.org/officeDocument/2006/relationships/image" Target="/ppt/media/image.png" Id="Rc8d611e27b134178" /><Relationship Type="http://schemas.openxmlformats.org/officeDocument/2006/relationships/image" Target="/ppt/media/image22.png" Id="Rf8ece6f445ee4c3b" /><Relationship Type="http://schemas.openxmlformats.org/officeDocument/2006/relationships/notesSlide" Target="/ppt/notesSlides/notesSlide25.xml" Id="R5b59ae921c81463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496a208bfa4edd" /><Relationship Type="http://schemas.openxmlformats.org/officeDocument/2006/relationships/image" Target="/ppt/media/image.png" Id="R5f05517cdcf84207" /><Relationship Type="http://schemas.openxmlformats.org/officeDocument/2006/relationships/image" Target="/ppt/media/image23.png" Id="Rbcbd479ab7944a65" /><Relationship Type="http://schemas.openxmlformats.org/officeDocument/2006/relationships/notesSlide" Target="/ppt/notesSlides/notesSlide26.xml" Id="R3640e66138354f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0ef503b3bb4a44" /><Relationship Type="http://schemas.openxmlformats.org/officeDocument/2006/relationships/image" Target="/ppt/media/image.png" Id="Ra71b8f370ca648fe" /><Relationship Type="http://schemas.openxmlformats.org/officeDocument/2006/relationships/image" Target="/ppt/media/image24.png" Id="R11e751a7e21c449c" /><Relationship Type="http://schemas.openxmlformats.org/officeDocument/2006/relationships/notesSlide" Target="/ppt/notesSlides/notesSlide27.xml" Id="Rb8a7b49cc5fd4d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0a8b9a9d5a4b25" /><Relationship Type="http://schemas.openxmlformats.org/officeDocument/2006/relationships/image" Target="/ppt/media/image.png" Id="R863ae2ab39774813" /><Relationship Type="http://schemas.openxmlformats.org/officeDocument/2006/relationships/image" Target="/ppt/media/image25.png" Id="R37a6d0c64c38457b" /><Relationship Type="http://schemas.openxmlformats.org/officeDocument/2006/relationships/notesSlide" Target="/ppt/notesSlides/notesSlide28.xml" Id="Rb93cfa8be4664a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6c765121bd4b52" /><Relationship Type="http://schemas.openxmlformats.org/officeDocument/2006/relationships/image" Target="/ppt/media/image.png" Id="R8591cb5a7fdc462e" /><Relationship Type="http://schemas.openxmlformats.org/officeDocument/2006/relationships/image" Target="/ppt/media/image26.png" Id="Rde3b135506b54603" /><Relationship Type="http://schemas.openxmlformats.org/officeDocument/2006/relationships/notesSlide" Target="/ppt/notesSlides/notesSlide29.xml" Id="Ra1b3f815e214490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5d6f3589a64c37" /><Relationship Type="http://schemas.openxmlformats.org/officeDocument/2006/relationships/image" Target="/ppt/media/image.png" Id="R873f67db72aa4cfa" /><Relationship Type="http://schemas.openxmlformats.org/officeDocument/2006/relationships/image" Target="/ppt/media/image27.png" Id="R641c82959180441f" /><Relationship Type="http://schemas.openxmlformats.org/officeDocument/2006/relationships/notesSlide" Target="/ppt/notesSlides/notesSlide30.xml" Id="R36f33dc0105b4f6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ad8a71b4224fee" /><Relationship Type="http://schemas.openxmlformats.org/officeDocument/2006/relationships/image" Target="/ppt/media/image.png" Id="R06b71ed3bc8d4799" /><Relationship Type="http://schemas.openxmlformats.org/officeDocument/2006/relationships/image" Target="/ppt/media/image28.png" Id="R90ba690e2cdc4303" /><Relationship Type="http://schemas.openxmlformats.org/officeDocument/2006/relationships/notesSlide" Target="/ppt/notesSlides/notesSlide31.xml" Id="R76d1a703770643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0cf3665ec342a1" /><Relationship Type="http://schemas.openxmlformats.org/officeDocument/2006/relationships/image" Target="/ppt/media/image.png" Id="R2ae394fac9db4069" /><Relationship Type="http://schemas.openxmlformats.org/officeDocument/2006/relationships/image" Target="/ppt/media/image29.png" Id="Ra746a39daa2442a3" /><Relationship Type="http://schemas.openxmlformats.org/officeDocument/2006/relationships/notesSlide" Target="/ppt/notesSlides/notesSlide32.xml" Id="R501cddc6afb446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eefae661614a0a" /><Relationship Type="http://schemas.openxmlformats.org/officeDocument/2006/relationships/image" Target="/ppt/media/image.png" Id="R136f9ba365f4486e" /><Relationship Type="http://schemas.openxmlformats.org/officeDocument/2006/relationships/image" Target="/ppt/media/image30.png" Id="R0c83da92a3b6438f" /><Relationship Type="http://schemas.openxmlformats.org/officeDocument/2006/relationships/notesSlide" Target="/ppt/notesSlides/notesSlide33.xml" Id="R0cc6d07c89f94c0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c16c4aa4f34738" /><Relationship Type="http://schemas.openxmlformats.org/officeDocument/2006/relationships/image" Target="/ppt/media/image.png" Id="Re4508367c45b4885" /><Relationship Type="http://schemas.openxmlformats.org/officeDocument/2006/relationships/image" Target="/ppt/media/image31.png" Id="R6e266e8b4e57453d" /><Relationship Type="http://schemas.openxmlformats.org/officeDocument/2006/relationships/notesSlide" Target="/ppt/notesSlides/notesSlide34.xml" Id="Radc5184d629f485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5c53623ca04aa3" /><Relationship Type="http://schemas.openxmlformats.org/officeDocument/2006/relationships/image" Target="/ppt/media/image.png" Id="Rf9a9282f8e3949ae" /><Relationship Type="http://schemas.openxmlformats.org/officeDocument/2006/relationships/image" Target="/ppt/media/image32.png" Id="Rbee21cf41db3484b" /><Relationship Type="http://schemas.openxmlformats.org/officeDocument/2006/relationships/notesSlide" Target="/ppt/notesSlides/notesSlide35.xml" Id="Rcfa297f2c82b440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6d7a99eb81463c" /><Relationship Type="http://schemas.openxmlformats.org/officeDocument/2006/relationships/image" Target="/ppt/media/image.png" Id="Rc1048198b9df4b61" /><Relationship Type="http://schemas.openxmlformats.org/officeDocument/2006/relationships/image" Target="/ppt/media/image33.png" Id="Re032b9811a4149db" /><Relationship Type="http://schemas.openxmlformats.org/officeDocument/2006/relationships/notesSlide" Target="/ppt/notesSlides/notesSlide36.xml" Id="R8a497b6dc88545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4fcba2708646e7" /><Relationship Type="http://schemas.openxmlformats.org/officeDocument/2006/relationships/image" Target="/ppt/media/image.png" Id="R8e544b2ad48544e3" /><Relationship Type="http://schemas.openxmlformats.org/officeDocument/2006/relationships/image" Target="/ppt/media/image34.png" Id="Rb0ea71f1dd764b4b" /><Relationship Type="http://schemas.openxmlformats.org/officeDocument/2006/relationships/notesSlide" Target="/ppt/notesSlides/notesSlide37.xml" Id="R9c4ae3342e4f4e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cf8652e6a04cfd" /><Relationship Type="http://schemas.openxmlformats.org/officeDocument/2006/relationships/image" Target="/ppt/media/image.png" Id="R767e0c6c39df42fb" /><Relationship Type="http://schemas.openxmlformats.org/officeDocument/2006/relationships/image" Target="/ppt/media/image35.png" Id="Rf0abcf282fb74c96" /><Relationship Type="http://schemas.openxmlformats.org/officeDocument/2006/relationships/notesSlide" Target="/ppt/notesSlides/notesSlide38.xml" Id="R1b065f9d6ee44d3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6d89640a7d4ed2" /><Relationship Type="http://schemas.openxmlformats.org/officeDocument/2006/relationships/image" Target="/ppt/media/image.png" Id="Rcc75c3f60d974fb7" /><Relationship Type="http://schemas.openxmlformats.org/officeDocument/2006/relationships/notesSlide" Target="/ppt/notesSlides/notesSlide39.xml" Id="R8178f5a2b4b74c7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609c4076fd4f62" /><Relationship Type="http://schemas.openxmlformats.org/officeDocument/2006/relationships/image" Target="/ppt/media/image.png" Id="Rd1abc618e3804310" /><Relationship Type="http://schemas.openxmlformats.org/officeDocument/2006/relationships/image" Target="/ppt/media/image36.png" Id="R8f80d8fd434b42dc" /><Relationship Type="http://schemas.openxmlformats.org/officeDocument/2006/relationships/notesSlide" Target="/ppt/notesSlides/notesSlide40.xml" Id="R63a64a5a3d574d4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29c1b419b9482e" /><Relationship Type="http://schemas.openxmlformats.org/officeDocument/2006/relationships/image" Target="/ppt/media/image.png" Id="R03c493e704d24d25" /><Relationship Type="http://schemas.openxmlformats.org/officeDocument/2006/relationships/image" Target="/ppt/media/image37.png" Id="Rd8dc11f2345548d9" /><Relationship Type="http://schemas.openxmlformats.org/officeDocument/2006/relationships/notesSlide" Target="/ppt/notesSlides/notesSlide41.xml" Id="R954dd1c7357b4a4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7047532ba945f2" /><Relationship Type="http://schemas.openxmlformats.org/officeDocument/2006/relationships/image" Target="/ppt/media/image.png" Id="Rc7f0a1652c7b467f" /><Relationship Type="http://schemas.openxmlformats.org/officeDocument/2006/relationships/image" Target="/ppt/media/image38.png" Id="R9d267e1ad2d9490b" /><Relationship Type="http://schemas.openxmlformats.org/officeDocument/2006/relationships/notesSlide" Target="/ppt/notesSlides/notesSlide42.xml" Id="R4aee27bf2db94ab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769872c80c401f" /><Relationship Type="http://schemas.openxmlformats.org/officeDocument/2006/relationships/image" Target="/ppt/media/image.png" Id="Raef72a2aef824025" /><Relationship Type="http://schemas.openxmlformats.org/officeDocument/2006/relationships/image" Target="/ppt/media/image39.png" Id="R15108ac0d9134a8d" /><Relationship Type="http://schemas.openxmlformats.org/officeDocument/2006/relationships/notesSlide" Target="/ppt/notesSlides/notesSlide43.xml" Id="Rc2c4abf4c2534e2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46cbfc88cc4c6a" /><Relationship Type="http://schemas.openxmlformats.org/officeDocument/2006/relationships/image" Target="/ppt/media/image.png" Id="R7d05bf8023504388" /><Relationship Type="http://schemas.openxmlformats.org/officeDocument/2006/relationships/image" Target="/ppt/media/image40.png" Id="Rc0ae66b0834643e0" /><Relationship Type="http://schemas.openxmlformats.org/officeDocument/2006/relationships/notesSlide" Target="/ppt/notesSlides/notesSlide44.xml" Id="R054bab775fe24ae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6ad9ba0af44131" /><Relationship Type="http://schemas.openxmlformats.org/officeDocument/2006/relationships/image" Target="/ppt/media/image.png" Id="Rd216de3368744259" /><Relationship Type="http://schemas.openxmlformats.org/officeDocument/2006/relationships/image" Target="/ppt/media/image41.png" Id="R6a772ef7bdad49a3" /><Relationship Type="http://schemas.openxmlformats.org/officeDocument/2006/relationships/notesSlide" Target="/ppt/notesSlides/notesSlide45.xml" Id="Rfd8813a16ffd4dc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6bc3f5a2d648db" /><Relationship Type="http://schemas.openxmlformats.org/officeDocument/2006/relationships/image" Target="/ppt/media/image.png" Id="Rfc67806e7fa442c0" /><Relationship Type="http://schemas.openxmlformats.org/officeDocument/2006/relationships/image" Target="/ppt/media/image42.png" Id="R9d647f6fefb0489f" /><Relationship Type="http://schemas.openxmlformats.org/officeDocument/2006/relationships/notesSlide" Target="/ppt/notesSlides/notesSlide46.xml" Id="R00c7be8eb07e478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c1a7ba2ad14f76" /><Relationship Type="http://schemas.openxmlformats.org/officeDocument/2006/relationships/image" Target="/ppt/media/image.png" Id="R094f3ae5aedb4ae4" /><Relationship Type="http://schemas.openxmlformats.org/officeDocument/2006/relationships/image" Target="/ppt/media/image43.png" Id="R27b2c11ce60048bb" /><Relationship Type="http://schemas.openxmlformats.org/officeDocument/2006/relationships/notesSlide" Target="/ppt/notesSlides/notesSlide47.xml" Id="R828895b9272c468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63891d5dd4451e" /><Relationship Type="http://schemas.openxmlformats.org/officeDocument/2006/relationships/image" Target="/ppt/media/image.png" Id="R0431174d965149a7" /><Relationship Type="http://schemas.openxmlformats.org/officeDocument/2006/relationships/image" Target="/ppt/media/image44.png" Id="Rb689ffcbb00a4b1d" /><Relationship Type="http://schemas.openxmlformats.org/officeDocument/2006/relationships/notesSlide" Target="/ppt/notesSlides/notesSlide48.xml" Id="Rd12e92b130a74e0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dc368f67eb4bda" /><Relationship Type="http://schemas.openxmlformats.org/officeDocument/2006/relationships/image" Target="/ppt/media/image.png" Id="R84ffdbbb740f422e" /><Relationship Type="http://schemas.openxmlformats.org/officeDocument/2006/relationships/image" Target="/ppt/media/image45.png" Id="Rad2b18cc59cb4dc3" /><Relationship Type="http://schemas.openxmlformats.org/officeDocument/2006/relationships/notesSlide" Target="/ppt/notesSlides/notesSlide49.xml" Id="R51ee0331babf44c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20a0b5e3844266" /><Relationship Type="http://schemas.openxmlformats.org/officeDocument/2006/relationships/image" Target="/ppt/media/image.png" Id="R5150d50788b049e1" /><Relationship Type="http://schemas.openxmlformats.org/officeDocument/2006/relationships/image" Target="/ppt/media/image46.png" Id="R6fc1abe637a24f7c" /><Relationship Type="http://schemas.openxmlformats.org/officeDocument/2006/relationships/notesSlide" Target="/ppt/notesSlides/notesSlide50.xml" Id="Rad299af030824ea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4e6d21201940a9" /><Relationship Type="http://schemas.openxmlformats.org/officeDocument/2006/relationships/image" Target="/ppt/media/image.png" Id="Rfb07baf160be4534" /><Relationship Type="http://schemas.openxmlformats.org/officeDocument/2006/relationships/image" Target="/ppt/media/image47.png" Id="R9ed7c85cbb8742f0" /><Relationship Type="http://schemas.openxmlformats.org/officeDocument/2006/relationships/notesSlide" Target="/ppt/notesSlides/notesSlide51.xml" Id="Rf5020caf6410465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b39a57457d4568" /><Relationship Type="http://schemas.openxmlformats.org/officeDocument/2006/relationships/image" Target="/ppt/media/image.png" Id="R71991f33fa7445fb" /><Relationship Type="http://schemas.openxmlformats.org/officeDocument/2006/relationships/image" Target="/ppt/media/image48.png" Id="R2b211da903ca41bf" /><Relationship Type="http://schemas.openxmlformats.org/officeDocument/2006/relationships/notesSlide" Target="/ppt/notesSlides/notesSlide52.xml" Id="R474675e9795c41f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a853699fd84fc3" /><Relationship Type="http://schemas.openxmlformats.org/officeDocument/2006/relationships/image" Target="/ppt/media/image.png" Id="R3fd960699e334cab" /><Relationship Type="http://schemas.openxmlformats.org/officeDocument/2006/relationships/image" Target="/ppt/media/image49.png" Id="R8cde16bd99b340f6" /><Relationship Type="http://schemas.openxmlformats.org/officeDocument/2006/relationships/notesSlide" Target="/ppt/notesSlides/notesSlide53.xml" Id="Rb8b3f598712c43d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7353a5c41b47aa" /><Relationship Type="http://schemas.openxmlformats.org/officeDocument/2006/relationships/image" Target="/ppt/media/image.png" Id="R9c32c5201d6f4111" /><Relationship Type="http://schemas.openxmlformats.org/officeDocument/2006/relationships/image" Target="/ppt/media/image50.png" Id="R57fb321a42784e98" /><Relationship Type="http://schemas.openxmlformats.org/officeDocument/2006/relationships/notesSlide" Target="/ppt/notesSlides/notesSlide54.xml" Id="R79afb6ab0640425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3d33cc799d4e9b" /><Relationship Type="http://schemas.openxmlformats.org/officeDocument/2006/relationships/image" Target="/ppt/media/image.png" Id="R6292dbf357a440f2" /><Relationship Type="http://schemas.openxmlformats.org/officeDocument/2006/relationships/image" Target="/ppt/media/image51.png" Id="Rf73b5f661e164caf" /><Relationship Type="http://schemas.openxmlformats.org/officeDocument/2006/relationships/notesSlide" Target="/ppt/notesSlides/notesSlide55.xml" Id="Rc91722c5967e401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6c0e4f1f5e436d" /><Relationship Type="http://schemas.openxmlformats.org/officeDocument/2006/relationships/image" Target="/ppt/media/image.png" Id="R8012c1a49af94f28" /><Relationship Type="http://schemas.openxmlformats.org/officeDocument/2006/relationships/image" Target="/ppt/media/image52.png" Id="Rc294efed0a3a411e" /><Relationship Type="http://schemas.openxmlformats.org/officeDocument/2006/relationships/notesSlide" Target="/ppt/notesSlides/notesSlide56.xml" Id="R4430a756d18246b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3cd1fa6cb245e1" /><Relationship Type="http://schemas.openxmlformats.org/officeDocument/2006/relationships/image" Target="/ppt/media/image.png" Id="R724d87b253474036" /><Relationship Type="http://schemas.openxmlformats.org/officeDocument/2006/relationships/image" Target="/ppt/media/image53.png" Id="Rf939305311b24154" /><Relationship Type="http://schemas.openxmlformats.org/officeDocument/2006/relationships/notesSlide" Target="/ppt/notesSlides/notesSlide57.xml" Id="R9c86c4a7a16c42b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62807db95b4fd7" /><Relationship Type="http://schemas.openxmlformats.org/officeDocument/2006/relationships/image" Target="/ppt/media/image.png" Id="Ra99c48b4aac145b1" /><Relationship Type="http://schemas.openxmlformats.org/officeDocument/2006/relationships/notesSlide" Target="/ppt/notesSlides/notesSlide58.xml" Id="R2d3e206e329b491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0991287bd34dfb" /><Relationship Type="http://schemas.openxmlformats.org/officeDocument/2006/relationships/image" Target="/ppt/media/image.png" Id="Rd768737cab4e4c84" /><Relationship Type="http://schemas.openxmlformats.org/officeDocument/2006/relationships/image" Target="/ppt/media/image54.png" Id="R383bc5a5a05e4af5" /><Relationship Type="http://schemas.openxmlformats.org/officeDocument/2006/relationships/notesSlide" Target="/ppt/notesSlides/notesSlide59.xml" Id="R73f782cb20f6499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98f3f4cf8f4b54" /><Relationship Type="http://schemas.openxmlformats.org/officeDocument/2006/relationships/image" Target="/ppt/media/image.png" Id="R89863588e04844d5" /><Relationship Type="http://schemas.openxmlformats.org/officeDocument/2006/relationships/image" Target="/ppt/media/image55.png" Id="Rcc7d4cdcb5f94e42" /><Relationship Type="http://schemas.openxmlformats.org/officeDocument/2006/relationships/notesSlide" Target="/ppt/notesSlides/notesSlide60.xml" Id="R8e07e87921ec47a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6039d8528241d6" /><Relationship Type="http://schemas.openxmlformats.org/officeDocument/2006/relationships/image" Target="/ppt/media/image.png" Id="R56d87a9c409c4d6f" /><Relationship Type="http://schemas.openxmlformats.org/officeDocument/2006/relationships/image" Target="/ppt/media/image56.png" Id="R667a6bbd4fe74610" /><Relationship Type="http://schemas.openxmlformats.org/officeDocument/2006/relationships/notesSlide" Target="/ppt/notesSlides/notesSlide61.xml" Id="R9aec94f3ccdb411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426cc4eb874484" /><Relationship Type="http://schemas.openxmlformats.org/officeDocument/2006/relationships/image" Target="/ppt/media/image.png" Id="Ra7be46ca073b425f" /><Relationship Type="http://schemas.openxmlformats.org/officeDocument/2006/relationships/image" Target="/ppt/media/image57.png" Id="R19b8e9f74fdc463b" /><Relationship Type="http://schemas.openxmlformats.org/officeDocument/2006/relationships/notesSlide" Target="/ppt/notesSlides/notesSlide62.xml" Id="Ra5a13a57c40e41d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b317ac6fda4b65" /><Relationship Type="http://schemas.openxmlformats.org/officeDocument/2006/relationships/image" Target="/ppt/media/image.png" Id="Re76b25ead9c846b7" /><Relationship Type="http://schemas.openxmlformats.org/officeDocument/2006/relationships/image" Target="/ppt/media/image58.png" Id="R1669758d68de48e7" /><Relationship Type="http://schemas.openxmlformats.org/officeDocument/2006/relationships/notesSlide" Target="/ppt/notesSlides/notesSlide63.xml" Id="R61a128a0aa0448b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9af64e899b46a7" /><Relationship Type="http://schemas.openxmlformats.org/officeDocument/2006/relationships/image" Target="/ppt/media/image.png" Id="Rf2fc8f90dfc64bcd" /><Relationship Type="http://schemas.openxmlformats.org/officeDocument/2006/relationships/image" Target="/ppt/media/image59.png" Id="Rfcd048501a7f45fb" /><Relationship Type="http://schemas.openxmlformats.org/officeDocument/2006/relationships/notesSlide" Target="/ppt/notesSlides/notesSlide64.xml" Id="R309840cf7fea4cc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d288327ee74bf2" /><Relationship Type="http://schemas.openxmlformats.org/officeDocument/2006/relationships/image" Target="/ppt/media/image.png" Id="Rad86d493eea84bbc" /><Relationship Type="http://schemas.openxmlformats.org/officeDocument/2006/relationships/image" Target="/ppt/media/image60.png" Id="R89cf44042a8c4307" /><Relationship Type="http://schemas.openxmlformats.org/officeDocument/2006/relationships/notesSlide" Target="/ppt/notesSlides/notesSlide65.xml" Id="R9047dbbb6fc84bf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850cf285cc408a" /><Relationship Type="http://schemas.openxmlformats.org/officeDocument/2006/relationships/image" Target="/ppt/media/image.png" Id="R4d3a5ca2eafd4a30" /><Relationship Type="http://schemas.openxmlformats.org/officeDocument/2006/relationships/image" Target="/ppt/media/image61.png" Id="R98d0c75067db473f" /><Relationship Type="http://schemas.openxmlformats.org/officeDocument/2006/relationships/notesSlide" Target="/ppt/notesSlides/notesSlide66.xml" Id="R45cbb3a95d164f2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978ef6fa9f4f9c" /><Relationship Type="http://schemas.openxmlformats.org/officeDocument/2006/relationships/image" Target="/ppt/media/image.png" Id="R5f860bf834084f24" /><Relationship Type="http://schemas.openxmlformats.org/officeDocument/2006/relationships/image" Target="/ppt/media/image62.png" Id="Ra7b130e6bf024d25" /><Relationship Type="http://schemas.openxmlformats.org/officeDocument/2006/relationships/notesSlide" Target="/ppt/notesSlides/notesSlide67.xml" Id="R720838b9129441d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e51360f5c4e49" /><Relationship Type="http://schemas.openxmlformats.org/officeDocument/2006/relationships/image" Target="/ppt/media/image.png" Id="R6f2d64bb4de44f1a" /><Relationship Type="http://schemas.openxmlformats.org/officeDocument/2006/relationships/image" Target="/ppt/media/image63.png" Id="R99fbe30222b94c62" /><Relationship Type="http://schemas.openxmlformats.org/officeDocument/2006/relationships/notesSlide" Target="/ppt/notesSlides/notesSlide68.xml" Id="R11cd2b6554ee4e3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b330f16d2b4f13" /><Relationship Type="http://schemas.openxmlformats.org/officeDocument/2006/relationships/image" Target="/ppt/media/image.png" Id="Rfd649d84ca1b46f2" /><Relationship Type="http://schemas.openxmlformats.org/officeDocument/2006/relationships/image" Target="/ppt/media/image64.png" Id="Rb91fa31aa60a46c8" /><Relationship Type="http://schemas.openxmlformats.org/officeDocument/2006/relationships/notesSlide" Target="/ppt/notesSlides/notesSlide69.xml" Id="R3d69ef43d15946e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7a5532a78a44f8" /><Relationship Type="http://schemas.openxmlformats.org/officeDocument/2006/relationships/image" Target="/ppt/media/image.png" Id="Rc8d860db381c47fd" /><Relationship Type="http://schemas.openxmlformats.org/officeDocument/2006/relationships/image" Target="/ppt/media/image65.png" Id="R4c5677969e564a27" /><Relationship Type="http://schemas.openxmlformats.org/officeDocument/2006/relationships/notesSlide" Target="/ppt/notesSlides/notesSlide70.xml" Id="R0da4a43aa52f478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912f00acca4114" /><Relationship Type="http://schemas.openxmlformats.org/officeDocument/2006/relationships/image" Target="/ppt/media/image.png" Id="R6e6a06f0d82748b1" /><Relationship Type="http://schemas.openxmlformats.org/officeDocument/2006/relationships/image" Target="/ppt/media/image66.png" Id="R1ccb2b0b27754070" /><Relationship Type="http://schemas.openxmlformats.org/officeDocument/2006/relationships/notesSlide" Target="/ppt/notesSlides/notesSlide71.xml" Id="Rce504c7a4206415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92902efc3646d7" /><Relationship Type="http://schemas.openxmlformats.org/officeDocument/2006/relationships/image" Target="/ppt/media/image.png" Id="Rc62a4244892e419a" /><Relationship Type="http://schemas.openxmlformats.org/officeDocument/2006/relationships/image" Target="/ppt/media/image67.png" Id="R3926550f0d6f4779" /><Relationship Type="http://schemas.openxmlformats.org/officeDocument/2006/relationships/notesSlide" Target="/ppt/notesSlides/notesSlide72.xml" Id="R63d232ce9ee1464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4355fff0eb4708" /><Relationship Type="http://schemas.openxmlformats.org/officeDocument/2006/relationships/image" Target="/ppt/media/image.png" Id="R05e4b35d7c4f42e0" /><Relationship Type="http://schemas.openxmlformats.org/officeDocument/2006/relationships/image" Target="/ppt/media/image68.png" Id="R2cb9809884614903" /><Relationship Type="http://schemas.openxmlformats.org/officeDocument/2006/relationships/notesSlide" Target="/ppt/notesSlides/notesSlide73.xml" Id="R6afbf595921f4cd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dbea5a9fee4f0f" /><Relationship Type="http://schemas.openxmlformats.org/officeDocument/2006/relationships/image" Target="/ppt/media/image.png" Id="Redf7e3cfa6e24c3d" /><Relationship Type="http://schemas.openxmlformats.org/officeDocument/2006/relationships/image" Target="/ppt/media/image69.png" Id="Rfdf9980a796942e0" /><Relationship Type="http://schemas.openxmlformats.org/officeDocument/2006/relationships/notesSlide" Target="/ppt/notesSlides/notesSlide74.xml" Id="R1d7f9386af6140a8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30012d609645c1" /><Relationship Type="http://schemas.openxmlformats.org/officeDocument/2006/relationships/image" Target="/ppt/media/image.png" Id="R53d677ab350f4035" /><Relationship Type="http://schemas.openxmlformats.org/officeDocument/2006/relationships/image" Target="/ppt/media/image70.png" Id="Ra85026fd7c564d8f" /><Relationship Type="http://schemas.openxmlformats.org/officeDocument/2006/relationships/notesSlide" Target="/ppt/notesSlides/notesSlide75.xml" Id="R9bb3eb2949214be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9daa0808334b07" /><Relationship Type="http://schemas.openxmlformats.org/officeDocument/2006/relationships/image" Target="/ppt/media/image.png" Id="Rf6d141d735914f30" /><Relationship Type="http://schemas.openxmlformats.org/officeDocument/2006/relationships/image" Target="/ppt/media/image71.png" Id="Rbb835e5158144b88" /><Relationship Type="http://schemas.openxmlformats.org/officeDocument/2006/relationships/notesSlide" Target="/ppt/notesSlides/notesSlide76.xml" Id="R7fabc887476646c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91e4ab71d742d4" /><Relationship Type="http://schemas.openxmlformats.org/officeDocument/2006/relationships/image" Target="/ppt/media/image.png" Id="R2e38f95e5a504e48" /><Relationship Type="http://schemas.openxmlformats.org/officeDocument/2006/relationships/image" Target="/ppt/media/image72.png" Id="R25f1e5aee78643e5" /><Relationship Type="http://schemas.openxmlformats.org/officeDocument/2006/relationships/notesSlide" Target="/ppt/notesSlides/notesSlide77.xml" Id="R684ca8d8b86c44a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6e4b23dde94f3e" /><Relationship Type="http://schemas.openxmlformats.org/officeDocument/2006/relationships/image" Target="/ppt/media/image.png" Id="Rdfa3b8b869964cdb" /><Relationship Type="http://schemas.openxmlformats.org/officeDocument/2006/relationships/image" Target="/ppt/media/image73.png" Id="R371d912397a34028" /><Relationship Type="http://schemas.openxmlformats.org/officeDocument/2006/relationships/notesSlide" Target="/ppt/notesSlides/notesSlide78.xml" Id="Rd7fce7654f02420e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a00f55ebfb4afd" /><Relationship Type="http://schemas.openxmlformats.org/officeDocument/2006/relationships/image" Target="/ppt/media/image.png" Id="Rc987541fab5a46c6" /><Relationship Type="http://schemas.openxmlformats.org/officeDocument/2006/relationships/image" Target="/ppt/media/image74.png" Id="R75e1f7f733194831" /><Relationship Type="http://schemas.openxmlformats.org/officeDocument/2006/relationships/notesSlide" Target="/ppt/notesSlides/notesSlide79.xml" Id="R40e3d261235a435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0e5216f3034b29" /><Relationship Type="http://schemas.openxmlformats.org/officeDocument/2006/relationships/image" Target="/ppt/media/image.png" Id="R01e0f6abd0884b95" /><Relationship Type="http://schemas.openxmlformats.org/officeDocument/2006/relationships/image" Target="/ppt/media/image75.png" Id="R3c1c0381b02a4d8c" /><Relationship Type="http://schemas.openxmlformats.org/officeDocument/2006/relationships/notesSlide" Target="/ppt/notesSlides/notesSlide80.xml" Id="R2956169cf3fc45d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fa7101cee248ae" /><Relationship Type="http://schemas.openxmlformats.org/officeDocument/2006/relationships/image" Target="/ppt/media/image.png" Id="R2965e75f01114b52" /><Relationship Type="http://schemas.openxmlformats.org/officeDocument/2006/relationships/notesSlide" Target="/ppt/notesSlides/notesSlide81.xml" Id="Rda3250da257943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7DFB0FA-B48E-46CA-9D5B-1823DDE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98" y="3315886"/>
            <a:ext cx="40132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24774D3-E447-4E16-A740-92D57196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330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</a:t>
            </a:r>
            <a:endParaRPr sz="2400">
              <a:latin typeface="Amasis MT Pro Light"/>
              <a:ea typeface="Amasis MT Pro Light"/>
              <a:cs typeface="Amasis MT Pro Light"/>
            </a:endParaRPr>
          </a:p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330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Problem Solving</a:t>
            </a:r>
            <a:endParaRPr sz="2400">
              <a:latin typeface="Amasis MT Pro Light"/>
              <a:ea typeface="Amasis MT Pro Light"/>
              <a:cs typeface="Amasis MT Pro Light"/>
            </a:endParaRP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72D45C4-8C84-4FD6-A4F5-0DD5BFAFE9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d2224c74e24dab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500602" y="6088224"/>
            <a:ext cx="986612" cy="68570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BB603C-BD4E-CBAB-8192-2FC6700B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78" y="3244766"/>
            <a:ext cx="235064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00B2FF"/>
                </a:solidFill>
                <a:latin typeface="Amasis MT Pro"/>
                <a:ea typeface="Amasis MT Pro"/>
                <a:cs typeface="Amasis MT Pro"/>
              </a:rPr>
              <a:t>N</a:t>
            </a:r>
            <a:r>
              <a:rPr sz="2400">
                <a:solidFill>
                  <a:srgbClr val="00B2FF"/>
                </a:solidFill>
                <a:latin typeface="Amasis MT Pro"/>
                <a:ea typeface="Amasis MT Pro"/>
                <a:cs typeface="Amasis MT Pro"/>
              </a:rPr>
              <a:t>ovo</a:t>
            </a:r>
            <a:r>
              <a:rPr sz="2400">
                <a:solidFill>
                  <a:srgbClr val="D12524"/>
                </a:solidFill>
                <a:latin typeface="Amasis MT Pro"/>
                <a:ea typeface="Amasis MT Pro"/>
                <a:cs typeface="Amasis MT Pro"/>
              </a:rPr>
              <a:t>Nex</a:t>
            </a:r>
            <a:r>
              <a:rPr sz="2400">
                <a:latin typeface="Amasis MT Pro"/>
                <a:ea typeface="Amasis MT Pro"/>
                <a:cs typeface="Amasis MT Pro"/>
              </a:rPr>
              <a:t> </a:t>
            </a:r>
            <a:r>
              <a:rPr sz="3200">
                <a:solidFill>
                  <a:srgbClr val="00B2FF"/>
                </a:solidFill>
                <a:latin typeface="Amasis MT Pro"/>
                <a:ea typeface="Amasis MT Pro"/>
                <a:cs typeface="Amasis MT Pro"/>
              </a:rPr>
              <a:t>D</a:t>
            </a:r>
            <a:r>
              <a:rPr sz="2400">
                <a:solidFill>
                  <a:srgbClr val="00B2FF"/>
                </a:solidFill>
                <a:latin typeface="Amasis MT Pro"/>
                <a:ea typeface="Amasis MT Pro"/>
                <a:cs typeface="Amasis MT Pro"/>
              </a:rPr>
              <a:t>el</a:t>
            </a:r>
            <a:r>
              <a:rPr sz="2400">
                <a:solidFill>
                  <a:srgbClr val="D12524"/>
                </a:solidFill>
                <a:latin typeface="Amasis MT Pro"/>
                <a:ea typeface="Amasis MT Pro"/>
                <a:cs typeface="Amasis MT Pro"/>
              </a:rPr>
              <a:t>ta</a:t>
            </a:r>
            <a:endParaRPr>
              <a:solidFill>
                <a:srgbClr val="D12524"/>
              </a:solidFill>
              <a:latin typeface="Amasis MT Pro"/>
              <a:ea typeface="Amasis MT Pro"/>
              <a:cs typeface="Amasis MT Pro"/>
            </a:endParaRPr>
          </a:p>
        </p:txBody>
      </p:sp>
      <p:sp>
        <p:nvSpPr>
          <p:cNvPr id="7" name="exam-title">
            <a:extLst xmlns:a="http://schemas.openxmlformats.org/drawingml/2006/main">
              <a:ext uri="{FF2B5EF4-FFF2-40B4-BE49-F238E27FC236}">
                <a16:creationId xmlns:a16="http://schemas.microsoft.com/office/drawing/2014/main" id="{9EAE44EB-B1A9-4859-B6EC-0D1C2ED3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19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5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 Question Solving</a:t>
            </a:r>
          </a:p>
        </p:txBody>
      </p:sp>
      <p:sp>
        <p:nvSpPr>
          <p:cNvPr id="8" name="semester-range">
            <a:extLst xmlns:a="http://schemas.openxmlformats.org/drawingml/2006/main">
              <a:ext uri="{FF2B5EF4-FFF2-40B4-BE49-F238E27FC236}">
                <a16:creationId xmlns:a16="http://schemas.microsoft.com/office/drawing/2014/main" id="{400C5D26-2AA1-4B49-91F1-24F750E2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4 semesters, Summer 2025 (252) to Summer 2026 (262)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9C073E-432A-45ED-BEC9-66D83847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 / 81</a:t>
            </a:r>
          </a:p>
        </p:txBody>
      </p:sp>
    </p:spTree>
    <p:extLst>
      <p:ext uri="{BB962C8B-B14F-4D97-AF65-F5344CB8AC3E}">
        <p14:creationId xmlns:p14="http://schemas.microsoft.com/office/powerpoint/2010/main" val="7816466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9A6A2BD-E2E5-40BA-BAD7-7445774DA1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2af26dff30461d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D34624B-AD85-4E72-862E-39E1FB6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Semester index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9230D49-5B1D-4AEE-9F5D-950318EE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  /  Midterm</a:t>
            </a:r>
          </a:p>
        </p:txBody>
      </p:sp>
      <p:sp>
        <p:nvSpPr>
          <p:cNvPr id="9" name="semester-0">
            <a:extLst xmlns:a="http://schemas.openxmlformats.org/drawingml/2006/main">
              <a:ext uri="{FF2B5EF4-FFF2-40B4-BE49-F238E27FC236}">
                <a16:creationId xmlns:a16="http://schemas.microsoft.com/office/drawing/2014/main" id="{3CC1D0A6-56CA-4D21-9180-BF970064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Summer 2026 (262)</a:t>
            </a:r>
          </a:p>
        </p:txBody>
      </p:sp>
      <p:sp>
        <p:nvSpPr>
          <p:cNvPr id="10" name="questions-0">
            <a:extLst xmlns:a="http://schemas.openxmlformats.org/drawingml/2006/main">
              <a:ext uri="{FF2B5EF4-FFF2-40B4-BE49-F238E27FC236}">
                <a16:creationId xmlns:a16="http://schemas.microsoft.com/office/drawing/2014/main" id="{D9A77880-D16E-4177-ACCF-9DEFD51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8 question groups</a:t>
            </a:r>
          </a:p>
        </p:txBody>
      </p:sp>
      <p:sp>
        <p:nvSpPr>
          <p:cNvPr id="11" name="semester-1">
            <a:extLst xmlns:a="http://schemas.openxmlformats.org/drawingml/2006/main">
              <a:ext uri="{FF2B5EF4-FFF2-40B4-BE49-F238E27FC236}">
                <a16:creationId xmlns:a16="http://schemas.microsoft.com/office/drawing/2014/main" id="{C477095F-32F9-4877-82B8-665D4DEA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Spring 2026 (261)</a:t>
            </a:r>
          </a:p>
        </p:txBody>
      </p:sp>
      <p:sp>
        <p:nvSpPr>
          <p:cNvPr id="12" name="questions-1">
            <a:extLst xmlns:a="http://schemas.openxmlformats.org/drawingml/2006/main">
              <a:ext uri="{FF2B5EF4-FFF2-40B4-BE49-F238E27FC236}">
                <a16:creationId xmlns:a16="http://schemas.microsoft.com/office/drawing/2014/main" id="{4758C798-12F8-4F92-A29F-7D00F58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9 question groups</a:t>
            </a:r>
          </a:p>
        </p:txBody>
      </p:sp>
      <p:sp>
        <p:nvSpPr>
          <p:cNvPr id="13" name="semester-2">
            <a:extLst xmlns:a="http://schemas.openxmlformats.org/drawingml/2006/main">
              <a:ext uri="{FF2B5EF4-FFF2-40B4-BE49-F238E27FC236}">
                <a16:creationId xmlns:a16="http://schemas.microsoft.com/office/drawing/2014/main" id="{0CBC5735-2DE9-4760-900D-E284703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Fall 2025 (253)</a:t>
            </a:r>
          </a:p>
        </p:txBody>
      </p:sp>
      <p:sp>
        <p:nvSpPr>
          <p:cNvPr id="14" name="questions-2">
            <a:extLst xmlns:a="http://schemas.openxmlformats.org/drawingml/2006/main">
              <a:ext uri="{FF2B5EF4-FFF2-40B4-BE49-F238E27FC236}">
                <a16:creationId xmlns:a16="http://schemas.microsoft.com/office/drawing/2014/main" id="{1EC30538-0A34-42B1-A7C2-9B6AC3D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9 question groups</a:t>
            </a:r>
          </a:p>
        </p:txBody>
      </p:sp>
      <p:sp>
        <p:nvSpPr>
          <p:cNvPr id="15" name="semester-3">
            <a:extLst xmlns:a="http://schemas.openxmlformats.org/drawingml/2006/main">
              <a:ext uri="{FF2B5EF4-FFF2-40B4-BE49-F238E27FC236}">
                <a16:creationId xmlns:a16="http://schemas.microsoft.com/office/drawing/2014/main" id="{7015954E-4591-4E29-8950-B11DC9E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4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Summer 2025 (252)</a:t>
            </a:r>
          </a:p>
        </p:txBody>
      </p:sp>
      <p:sp>
        <p:nvSpPr>
          <p:cNvPr id="16" name="questions-3">
            <a:extLst xmlns:a="http://schemas.openxmlformats.org/drawingml/2006/main">
              <a:ext uri="{FF2B5EF4-FFF2-40B4-BE49-F238E27FC236}">
                <a16:creationId xmlns:a16="http://schemas.microsoft.com/office/drawing/2014/main" id="{1A31B4B4-E0B7-48A8-B715-7241F58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650">
                <a:solidFill>
                  <a:srgbClr val="DDDDD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11 question groups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5113CE-C7DF-4728-A8DE-9FBE665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 / 81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AC1043-CB4F-D8A3-5807-6AC646E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rPr>
              <a:t>Summer 2026 (262)</a:t>
            </a:r>
            <a:endParaRPr sz="2400">
              <a:latin typeface="Amasis MT Pro Light"/>
              <a:ea typeface="Amasis MT Pro Light"/>
              <a:cs typeface="Amasis MT Pro Light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EB9D9-400E-AD3E-A8E4-2DE44135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162" y="3136180"/>
            <a:ext cx="34996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</a:rPr>
              <a:t>-----------------------------------------------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D491B6B-0A8D-4534-BAD9-6D8C0091A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c8379642094d8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7" name="section-term">
            <a:extLst xmlns:a="http://schemas.openxmlformats.org/drawingml/2006/main">
              <a:ext uri="{FF2B5EF4-FFF2-40B4-BE49-F238E27FC236}">
                <a16:creationId xmlns:a16="http://schemas.microsoft.com/office/drawing/2014/main" id="{A9567CCA-8AB9-4625-8EB3-9D25A19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Midterm Examination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8572D0-D16A-40D0-A77B-ABF57651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 / 81</a:t>
            </a:r>
          </a:p>
        </p:txBody>
      </p:sp>
      <p:sp>
        <p:nvSpPr>
          <p:cNvPr id="9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7CB0C698-C45E-4FA6-BF38-A9F4A47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59126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A9B02B92-9185-4BAB-A131-3CE7B88AAE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1467cbd8e045d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0787B15-C9CC-4B7F-A0ED-D43803DE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Q1(a-b) Operators and identifiers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5F896DBE-E55A-4D8D-809A-3D3A804C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04EC1-4EC4-4C40-AD7A-2A794B1C5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fe5f3645248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452880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57F193-4E68-43CB-AD7B-5D5BC8DB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E7AC577-90D1-4242-8798-F61ADC6F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DDCCF63-78D4-4E3E-BAB7-D2291D51C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a2b2f14fa149e7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34A6A3B-B234-4D54-97A2-6305C489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Q1(a-b) Operators and identifiers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3353AF0-0D7F-4752-8FC7-F7F4AD3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94521-BE8B-4A97-B429-49BACDCA0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2340f4a4049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52235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82722596-0826-490E-9173-1D778A1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367E8787-4897-4C9A-A26C-F85BB6A1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1D4BD5-6E2E-4508-B796-E334709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477EE892-E089-47B4-B6C8-86CF46DD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1145BA0-1AC3-412E-9A0D-F7BB9AE48C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2fe7c5cdca40b3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394F02-5030-4FDF-A35E-DE8E9EB7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9A0CA28-A54B-4530-8C89-19A4DE8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6AD7E-9BA8-4C71-A037-3DC02C444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152bd9a554a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09874" y="1381125"/>
            <a:ext cx="7572251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D26EEF-3AE6-4A0E-8443-7346374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C5BA478A-0593-4849-AE2D-DD885EA4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A8E7083-AA4A-443C-867A-E8BFE16F9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ea957daecf4f09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60BA402-E5E4-4747-94BB-73A744E4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845C4626-E795-4D7B-8355-DEFA0450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BF699-0748-4477-A748-8D80BDAAA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fbef446dd48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29845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BC09EBB6-70F7-479F-8AA6-E033983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0BEADFC6-B8B5-4B72-BEB9-27307D4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60DA4A-BD60-4A00-A31C-C49561B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2F8424A-A898-40DE-820B-46ADCF3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52F0E1D-2657-417F-AD14-5D7543EA9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5591aff4024bcc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73ED5B9-77D2-484C-9A38-774F7806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Q2(c) Output tracing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60FE44A-EE12-4639-89E7-3AE7EE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D8B97-D108-4444-8754-E22F19045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b63be829f48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0821" y="1381125"/>
            <a:ext cx="10350358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436A3D-48D6-4814-8BCF-38CEC5E1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C62353E-87A6-4C87-B836-8745C09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A656109-2851-4EC7-9A44-43CD36C52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edd1cc9c57450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8886FC-2154-4AB2-B949-C0CC3DEF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Q2(c) Output tracing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050F0D9-75AE-4F2A-A14A-607DCD4D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070EC-FC13-490D-8F5C-A2D911F81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4a16c4d3e4b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68153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11551B56-72D1-4D12-93D2-13A9011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402787B0-7D41-4E2F-9B3B-FFBA1B1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7A2D60-1941-4A36-A810-E69D8E9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4F6A6251-6EB5-4BE5-832E-5D18F0E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B57C21C-ACC3-4774-A6E0-B374FAECF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5ae6dc2a4d4b96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4ED1B5B-1C35-4A9B-BEA5-8BB49E3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Sharing juice bottles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7EDBAF1-95DD-4FE2-A64D-B4A3220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808E3-D850-4522-8DF0-A19E8265E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7073197d946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2063" y="1381125"/>
            <a:ext cx="9127875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313119-A661-44D4-974D-1E39458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D8290330-8E69-4ACE-B3C3-E51BCFA0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A6C0940-046F-45A6-AA4A-693377901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a082b79c0941a2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E23B3C5-0492-435D-BC99-77D08CC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Sharing juice bottles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1828AFCB-7F8D-4BFE-B939-1CBDE51C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A8CAF-F7D0-45E9-A5EB-2D901C933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c876743c247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906735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A3D9D148-0C3F-48A2-924C-F3A4B35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B39C10AE-D9A8-4C14-8A66-E9919B8E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99E8F2-D183-497A-91B2-2956CF3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1CB2914-12D8-48E5-80AE-75AA092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EF1EF50-DA50-4708-9937-7C401D0DB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4e349f95ea44ed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7FF1CF6-5901-4722-A8FA-F598C4EE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Electricity bill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22D01C8E-54B1-4702-8D89-333A639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0FC7D-AFA3-4077-A41F-C6C3DEF1B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a5826a43a43f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86557" y="1381125"/>
            <a:ext cx="8618886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0D15CC-AA10-4B2C-98BE-B8C7BC0E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21BF93E-F173-49CB-B255-C383E01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6F54E46-3D6A-45F6-8F1C-372C4D2FDA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012558dfd94eb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AA42FB2-C6F8-40DD-A4D6-5ABF5427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Electricity bill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19159A5E-8A3C-4CE8-8F7A-D774BBFF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9F9D7-3A26-483A-BEBB-36073E635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66f09502440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019338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BF32CD3A-1B82-4BD3-BD02-E87F8FCE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61FE4EF9-26A2-474E-BEB5-94DC8AAA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93DEE1-2419-447B-BDB0-BD3C1C6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F4F794B-2484-48B1-9CC4-DF198C14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A0C2E727-F077-4A1D-9F54-B4EDAC5E0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e43673582e40f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23F6F3-0609-4459-93CA-AA0172D9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Q3(c) Squares and divisibility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20CB713-3C94-4CF2-AF48-C801054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927CD-6488-47BA-BEF1-4C0053000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8dd57457344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93792" y="1381125"/>
            <a:ext cx="7204417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466784-2026-4A24-8772-8C02641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14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23880311-1D22-439C-B6AE-EFD44D9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AA0A614-C6F9-4E3E-B2E9-4A65CF0F1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48b57031a44893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988F49-5BC7-462F-BFF6-445D0DC5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Q3(c) Squares and divisibility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62C5D08-9740-4D4F-84FD-EE954A23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DE370-E989-44BD-B570-5F20B0F96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8560bda3e47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415801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C8DC54F0-AD1E-4979-8D74-9F20AD65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A71AB942-F6DE-4458-A185-2A407AE4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CE9D1A-1428-4299-886E-4940EC9A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15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05E43C5B-3808-429C-AC53-A39BB5CA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B2B7B02-324D-484D-BDE9-E08223961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d75b2f99c6461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CA8E36F-A12D-4D22-97B5-6B2E6A9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Q3(d) Alternating grid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7F7C1AC6-9B2D-457C-8323-847B170E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E3448-5170-4F3E-BE96-BF9243DF7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d06f0866a4d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73527" y="1381125"/>
            <a:ext cx="7444946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E3FDD3-F888-479B-A5AD-BF8812B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16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7388DC2-2660-462B-B187-88CB4ABB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A2886BDD-B47B-47E4-9731-4091476F3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fdf01ab3a2454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64D89D-5FE6-4A10-B10C-B6FD360C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Q3(d) Alternating grid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5FC94670-3E04-4863-A763-7FFDF14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37FCF-7A57-4600-8716-8492B8BEF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a976c42c742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337753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CE3FDE45-4AAE-4A65-A849-9D4C790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DAB362B2-BF6B-480D-B174-6DA7F5E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45A3BF-CABD-4F18-A48B-14BE989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17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EE5FF2E-FE3C-4788-9837-CBA8389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30BF13F-8068-4099-9A9C-62EDE5EFF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a32bfc562d47fa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F599480-BBD5-4CB5-A7F5-618CBB5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Q3(e) Divisible numbers and average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58037525-9255-47FD-B9A3-E1E4EE7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C9E6B-4392-4739-A5FD-05C8FB31D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c424ec7fd46b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1798" y="1381125"/>
            <a:ext cx="9128404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3193E1-DABE-4212-8C28-875EBC5E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18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5151417F-802C-4FFA-8DAB-0A2982EC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C98238F-FD9A-4CD6-8139-DFC0DF5C9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39a1862d254fd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AC41212-B673-4FA5-A5E8-856420C8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Q3(e) Divisible numbers and average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3E44CC30-DB42-40AD-87D9-0BB0F89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2026 (262)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40433-7466-4A1B-9A6A-B7B661CAF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5079b7aaf45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906625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8FD65D7E-5310-4828-8D64-2BE3F96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E93F201E-2F28-4865-9EA3-2505790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B46262-90B6-452B-AA2D-ACF155CA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19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2B039F57-FEF5-4203-AAA5-1BDD44C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71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AC1043-CB4F-D8A3-5807-6AC646E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rPr>
              <a:t>Spring 2026 (261)</a:t>
            </a:r>
            <a:endParaRPr sz="2400">
              <a:latin typeface="Amasis MT Pro Light"/>
              <a:ea typeface="Amasis MT Pro Light"/>
              <a:cs typeface="Amasis MT Pro Light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EB9D9-400E-AD3E-A8E4-2DE44135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162" y="3136180"/>
            <a:ext cx="34996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</a:rPr>
              <a:t>-----------------------------------------------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566A153-AF4B-4387-9BC3-D928B0055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9bffb3c7704f7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7" name="section-term">
            <a:extLst xmlns:a="http://schemas.openxmlformats.org/drawingml/2006/main">
              <a:ext uri="{FF2B5EF4-FFF2-40B4-BE49-F238E27FC236}">
                <a16:creationId xmlns:a16="http://schemas.microsoft.com/office/drawing/2014/main" id="{FD6317F0-44F7-4DAA-8E37-366A02A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Midterm Examination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1B3A81-BAE6-4533-8EDF-52F33C1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20 / 81</a:t>
            </a:r>
          </a:p>
        </p:txBody>
      </p:sp>
      <p:sp>
        <p:nvSpPr>
          <p:cNvPr id="9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5AE5632C-E80A-423F-94A2-127F92E4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5912651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AB0483A-8C60-40D6-BF28-06D343CF6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922227456f458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3D37C8A-5B5B-4427-A22B-7E65A0DA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Operators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CE488BF-14A8-4D5C-8D69-4199B3D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B2A8D-07F3-4A9F-8D88-E257D490C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7497bde4040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138" y="1381125"/>
            <a:ext cx="11131724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222632-46E5-40A7-812D-FCEBA4D9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21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95FE1F7-DCE5-4A9B-A6BD-2F4E89F8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88AC2F9-2B3E-4524-8B70-5AC22A31CE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8395f5628744b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B47D80-0986-4F47-B839-AC515C8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Operators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5687C69-4EE0-49E9-898D-9850BCC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D5CA5-3014-4205-8079-F03B7B291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4b4c0fdc84a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563499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241FDF4F-D3E3-401A-8CDF-BF947B7C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5D67933A-2240-4E11-9A48-F01805C9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C411A-52A6-4508-83A1-E8678262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22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8D997D2C-A262-4ACC-A260-BBD067B1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AA122B2-8AFB-446C-8C7A-876774949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3037f24ce347f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55A0F53-8DEC-495C-AB24-AEEB5DA3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209AF936-6471-46A5-94FF-A00601C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24D9-DE29-4F6E-9502-E8A4249C4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3fa9c53304a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9090" y="1381125"/>
            <a:ext cx="10373819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B16D73-B211-4FDA-BCCA-700C64B7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23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8AA72808-6107-4F3F-A7A3-4DF34DE3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6CB6FFB-9266-44C0-8836-DAD5F9A536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408fbe2b57431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62E40DF-99E0-4B9D-9231-2AC4D60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07E5CE3B-AE53-428C-A82F-649B71B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3825E-D491-40E8-8BFF-8C7596FFF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2f9f2aaad4c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677727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D2DF6763-D93F-4229-A821-AA2F296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2A6CC18E-C7BB-4115-B181-DA95D255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04EAEA-FFF4-43CB-887D-20CEC9DF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24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DCFFB68C-B663-4D3B-8475-03F98943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85C78C6-2AD0-423C-9375-861E56BBA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d611e27b13417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DE9B5D-5C82-4456-9DB0-FF121CB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Grade calculation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E5C44D8-6EE8-4702-AC11-8271ADB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DEFCD-7C88-4903-99FE-533F4FA51B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ce6f445ee4c3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4289704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9D958D-16BF-4DC0-B794-EEF5DE5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25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8B88C44-D2E9-4F5A-A710-A18603D7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66879ED-8742-4B04-B9C7-6BC65E821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05517cdcf84207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E596578-99A7-4D1F-B745-12C77D4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Grade calculation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C52422C-6399-4A28-AFBB-7620D7AD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7358-FB61-47BA-9489-EFC8587323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d479ab7944a6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441978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74D20041-69C7-49C2-A3C6-2FBD748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460174E3-E639-498A-8729-806D1F6C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B49FF6-8FA2-46C6-81AE-0D01444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26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F0986FC-FAC4-4260-AB77-B70747E2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E03CDC1-B107-4E46-BD02-6AE34C6CE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1b8f370ca648f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876E32C-C0E1-403A-BD9F-D65C0F3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Canteen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9FEE2E3-1715-43E5-BA8A-528DE4DF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4C24F-C6CC-4595-B93D-81E8E0865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751a7e21c44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3204103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857611-C2E4-4B67-86EB-071E03A0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27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9498D5E-8103-46C6-B17E-8BBEDD2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FEFCD66-6844-49C7-9BD3-F5864E178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3ae2ab39774813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99A399-F120-4AE3-88A4-D572BCB4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Canteen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5E490714-5D24-481D-8C02-289A935D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66D6D-646C-458A-88BA-3CA95AC86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6d0c64c38457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077055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534D7C58-8B10-4F1F-B9FD-187B805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2D32055A-CD91-49C4-AF9C-EB2A7740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5F856C-63E6-41E7-ABD9-0F0CD24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28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D940CCC8-7AD4-41BB-B859-5B218EC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52D861D-321C-4D1A-9441-9570AF403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91cb5a7fdc462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4FD1261-60BA-47DB-88C1-07ACE1AA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Computers and cables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6703C64-65D2-40FF-A8B6-4B9E256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88B38-4ED4-457A-9B66-1CB0C95874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b135506b546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7482" y="1381125"/>
            <a:ext cx="10277037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4C10C8-6B54-4EFB-8989-C2360F5B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FFD8B4F8-BF4A-4A34-BE7F-6135C77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99726E7-AB06-4B75-8756-1CE243B8D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3f67db72aa4cfa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33C300F-2C08-4D96-94E3-CA97771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Computers and cables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B32C091-2A81-4C3B-8453-DC8E8A2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9547D-5B41-4D97-A983-9C63474CB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c8295918044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693527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666B59D0-9974-44D2-87A2-369CF1B3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251D13D5-ADF9-44D6-BBB4-BD1E34E2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E3486D-E96C-43DB-B5C6-0129196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CEF06164-1872-4FCD-A372-F7E442D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084D0ED-E786-42CB-B957-C0D363990C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b71ed3bc8d4799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B913CA4-D70E-486A-89B1-459C8D18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Q4(b) Lab access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441C113-5608-424D-A97A-1829C87F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0C29A-3B9E-4D4B-B53E-9FB049456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a690e2cdc43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9423" y="1381125"/>
            <a:ext cx="8053153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1C25AC-716D-4989-A027-1331002D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7ADE3C3-46B2-4F1B-BB5A-86A4FDD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3C09A76-FDC1-41C0-AB9B-036BB7263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e394fac9db4069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9DC1C7C-2351-438B-98A4-0D58B46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Q4(b) Lab access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7BC2FA0-7D37-49AA-8245-47EEB38F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B934B-B3AB-4411-9600-B8C44E4BA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a39daa2442a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161196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88896974-DB6B-4ED1-B1CB-BEEC14C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BF04B2A2-BEF3-450E-9811-A52221A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80E405-EBF6-461A-864E-A8D8FB23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F62A4B54-AAFB-4DD8-B4A9-22C1FD6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581E736-2F23-4225-80FE-03032E017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6f9ba365f4486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E3706B-DB1A-4DDB-9C74-9AE1B192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Q4(c) Number display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D4CF57F-071E-4CF5-9198-0A8792F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A9788-8CD6-4C17-911D-BF3BC23BD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3da92a3b643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94640" y="1381125"/>
            <a:ext cx="6602720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F33B07-CF4B-4758-A30B-20AADDB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33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94CEB327-CA7B-4ED1-B1FC-9658278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8CE9581-9500-48FB-853F-11710B305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508367c45b488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03F45F2-8C97-4F69-B21F-562E4C3F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Q4(c) Number display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47826E8-C2ED-4655-9FB8-2C51EEBF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FDFD4-D8E9-41E2-BEF1-7475C6094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66e8b4e5745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63595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EF1E64AB-87CA-45E9-82FC-6F0F8140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464C1CFE-77B2-424D-9638-8B607DD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4D3170-F4E0-47E5-B9A9-151E5282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34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9E15300F-D95C-43E9-8EEB-CC43083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3D62455-977D-4349-B4A0-EDEEF7947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a9282f8e3949a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8240D9-E206-451B-8892-D09AE6B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Q4(d) Triangle pattern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02383288-56ED-4A22-BC30-D1B7F8B8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BDE70-C05E-4086-A73F-DDBAB1BC3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21cf41db348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6409" y="1381125"/>
            <a:ext cx="10679182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0F5869-6DB5-42C3-9CB9-8D8F2B57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35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F0B854F3-7754-4153-A0B6-4CE51A8B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AC47813-C5D1-4A01-A7C8-5D573FD02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048198b9df4b61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9717925-A5E9-496F-85E8-0545B98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Q4(d) Triangle pattern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A7AE97D4-94D1-4B56-B0B1-98678694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2B225-0BED-46F2-B51C-15C63621F2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2b9811a4149d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629754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6F8D6A1D-7BB5-442B-BD8F-F2C55A4F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A2142A2B-26B1-4D1C-B94D-51961D2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1DAA4E-C379-424E-961E-C53674C1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36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26615EF5-E987-40F4-91EE-CF321582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5FE24D9-D77A-452F-B030-9C5E4D2BD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544b2ad48544e3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940458-558E-4FCC-A382-CD94D97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Q4(e) Lab performance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7420BAD-55B6-4CD5-AACA-7E1CC34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B9CD4-B02E-481C-BED2-9CB326B8E1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a71f1dd764b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94516" y="1381125"/>
            <a:ext cx="7202967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E3BEF4-2875-4AD2-A936-2E5F36CA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37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8216E63A-5234-4756-A79C-12F3C99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E6EE8D5-2121-4CAD-9693-EB39B8785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7e0c6c39df42fb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3C57528-314E-4D13-84D1-9D83F858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Q4(e) Lab performance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F2DFE92-1D58-4C0B-B696-3228560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Spring 2026 (261)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C23D5-3594-47E1-87EE-4D6244A20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bcf282fb74c9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416288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EDB47F32-44A1-4CF9-B46D-5CA383F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1F056617-2D78-4813-8A5E-FDF3FBE7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5D1767-6785-4A14-833F-74C7003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38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799EE7DE-04BE-40E8-8273-670732E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70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AC1043-CB4F-D8A3-5807-6AC646E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rPr>
              <a:t>Fall 2025 (253)</a:t>
            </a:r>
            <a:endParaRPr sz="2400">
              <a:latin typeface="Amasis MT Pro Light"/>
              <a:ea typeface="Amasis MT Pro Light"/>
              <a:cs typeface="Amasis MT Pro Light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EB9D9-400E-AD3E-A8E4-2DE44135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162" y="3136180"/>
            <a:ext cx="34996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</a:rPr>
              <a:t>-----------------------------------------------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2B4B2D6-81F4-45AA-9D9D-5808128DA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75c3f60d974fb7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7" name="section-term">
            <a:extLst xmlns:a="http://schemas.openxmlformats.org/drawingml/2006/main">
              <a:ext uri="{FF2B5EF4-FFF2-40B4-BE49-F238E27FC236}">
                <a16:creationId xmlns:a16="http://schemas.microsoft.com/office/drawing/2014/main" id="{A241CD82-E775-4201-8558-156C5FF3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Midterm Examination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120A9B-9ADC-454B-8F7B-57EBD9D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39 / 81</a:t>
            </a:r>
          </a:p>
        </p:txBody>
      </p:sp>
      <p:sp>
        <p:nvSpPr>
          <p:cNvPr id="9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504DAFF2-51FB-473F-BC4D-E90BBCD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5912651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06FB649-548F-4640-938A-EA24FAEF8C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abc618e380431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B9EEBEF-DCB3-41F6-9A8E-BBD4EC61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Keywords and identifiers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749704A-38A8-4BA0-9124-D20FC02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8CC3A-14B4-416F-8B9D-4FA22DF2D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d8fd434b42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4096422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0BE03F-7A6D-4622-9F34-14D197C6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0867A689-34F9-4469-BF13-29F1FA0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D2CA8A9-B6DA-4D47-A920-1933C3F7E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c493e704d24d2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8B58924-4604-49B8-B69F-16AFBCE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Keywords and identifiers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ABC62541-8BA7-4A7F-BEBD-59DDC552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794E-1E45-482F-8BF8-B13C6ADE4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c11f2345548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377007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F97074AD-69C1-47FF-95C3-4A69C62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D814FF0D-7FE8-4C37-8A2D-3B01057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B09B2D-564A-46CA-994F-0862FD3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41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D9EE204-DE82-478B-ADEF-08C4CBE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082EF9E-7468-4572-9523-950179608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f0a1652c7b467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EF2B576-4658-4221-995C-F1A599D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0760E61C-0924-4069-8454-50934CD5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FD306-0D7B-4DB0-9AD3-64F1621991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67e1ad2d949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4361778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FB1C64-E4DF-49FD-B137-331B9DE4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42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6AF5CA1-99E2-44FC-BAB5-BE80503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C2CC818-1025-4D2A-947E-2916448F6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f72a2aef82402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2E7A3B9-32B1-4B72-8095-7D467D9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307D1CE8-3261-42E1-9491-BB92A5A4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2FFD2-5081-40FF-8CAF-5C01EB37C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08ac0d9134a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466206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F7C9ECAE-BFE7-4DF6-BED6-BB03B54E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D276BD70-2A97-486D-8B88-8E59E71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70C436-3D17-45FB-A85A-8A81C2B8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43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03722F4-9508-435A-AF81-C8C9BEEA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850D6F9-874D-4DFC-AE50-C8C9C71AA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05bf802350438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0414D78-3874-4D75-9176-01FD462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Canteen discount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0DC5CBE8-8706-4BDD-86BC-102AEBE7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67A67-C720-4F11-93C3-DEF316EB4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e66b0834643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2272105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CB69C8-8762-4C6E-BFD5-18CB2AC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44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81565F7-4B82-4894-804F-1C77D298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B3D7164-7516-4C09-8875-F6EE008C6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16de3368744259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87360F-29DD-44B2-ABD1-00B7F4A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Canteen discount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3E6362B-E9E1-44C4-AE24-6012845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07D17-DEFD-41FC-B08E-800BF7430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72ef7bdad49a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763765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87A0074F-EB1A-47AA-AEC2-8B6D2D6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B79C77FA-3FDC-4A05-B160-5D78564E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9551BD-B5C7-4FAE-B505-40FB836D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45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E3641872-FD52-4AD5-BFE9-66F63C7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7C4EB92-51E7-46ED-950B-C48F1DE06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67806e7fa442c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75D4890-A534-4257-89EC-6EE557E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Prime number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5FCC7546-2A84-4045-A4BE-69B313C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F5C08-972C-437C-B1A3-D0DA46DAB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7f6fefb048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3590589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36D52D-7FA2-4D4F-9528-E306AAA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46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9EAE617-BE87-4F22-81F3-F17236F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BF35B1E-35DB-447E-BE46-708D0A0A3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4f3ae5aedb4ae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55E393-94AA-4990-A5E3-9F6C4C14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Prime number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D07AC78-01B5-4950-9B67-97C4A63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C25C5-BD34-4BC5-9483-4294D28FB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2c11ce60048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206972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9311D105-2BB4-499F-BF84-4BD58BB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58A48769-2A07-404C-9735-1F626D6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C326A5-261D-4095-8B0F-EDA0B58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47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79B9D89-322D-4B12-AC34-0E01E07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0AD1050-B733-4E45-B696-62FEC398C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31174d965149a7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8821736-362D-4FE4-8C32-4C597766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Pulse count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17CA939-BB1D-4F0F-AAB5-C21D809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5CA0A-E985-4F56-A3B7-839DF82B7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9ffcbb00a4b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125" y="1381125"/>
            <a:ext cx="10415749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A3626A-D897-4C1F-B1BE-DD903C09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48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C1CAB8C9-F705-4D83-8464-AC555C2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33A1D8E-6CD0-40D5-AAEC-F202D4246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ffdbbb740f422e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D2B12F0-2A1F-4A7B-8152-D96F0F2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Pulse count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4BAEC7F-ABD6-41E9-989C-0C465DB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BB709-5FEF-477D-B2C0-3EC7E3AE6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b18cc59cb4d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670973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0CDF8E3D-33F4-4E53-BD99-9296BD09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CBD6B87E-3B56-4CC6-B33C-029524F0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32D7BA-94B6-4364-B4B8-E4B4AC3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49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5D7783C-433C-4CFA-AE02-A1E3B61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CE847A1-6452-4AA6-8BA8-58E710E89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50d50788b049e1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07E806A-7F92-4D9A-8D65-283330F7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Q4(b) Strength improvement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1DB9624E-EB2E-4E79-B119-4653CCB2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523F3-24A6-4212-B36B-4D64C9120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1abe637a24f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05926" y="1381125"/>
            <a:ext cx="8980148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235C94-5EE6-4000-A97F-58E1A6A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50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7298F0BD-5830-4D5C-B03C-6981FF9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AE615E7A-25CA-48AE-984C-DDBDFDCEF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07baf160be453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C726793-577F-4FB3-A858-16E10450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Q4(b) Strength improvement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09E51C1-6AB0-474E-8343-5259526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318EC-7BA0-4520-853D-7310059D8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7c85cbb8742f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938102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032B8DF3-D6B7-4EB7-AE2C-EE86CC9A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BCD69532-D26F-45A1-8FF1-973B7431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68A7F2-697E-4E72-905B-E47980B7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51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2B4816D5-12B1-4AA5-B568-DA90383F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CF76EEF-DC1D-4E07-A0D0-710F25137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991f33fa7445fb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C08375-5645-44F2-8FBC-4410EA95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Q4(c) Health condition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8E57CD6-DE64-4699-842C-9ED56BDB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7569A-44F5-404A-BECB-74E85B9F3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11da903ca41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31774" y="1381125"/>
            <a:ext cx="7528452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9B1A38-6237-4573-8228-1B56793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52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2039EF4-B5BD-46E6-A209-464921E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CAC1493-3ADF-44C4-B016-D3814B3EE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d960699e334cab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12AE871-B026-4373-A726-0DE9B8FC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Q4(c) Health condition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B6B3214-8ED8-40CB-8307-BF61A54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2C147-EC99-40C6-A445-4978D574C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e16bd99b340f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311822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87668B75-B179-4A47-84FA-A8F677F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AA3D0018-1D0E-4DB2-A30A-A3260BE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D2C9F2-09BE-4B7C-BF83-0912E42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53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D902B4A-5799-4EE3-975A-DD0A10C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27D7394-E79F-48BA-B0BB-FD5989B71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32c5201d6f4111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49EA2D8-4ACE-4828-BDE4-05CB314C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Q4(d) Water intake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795D755-53B4-4F92-B1FF-2D193852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B77BF-567A-4E65-A663-9CC3CF424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b321a42784e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15032" y="1381125"/>
            <a:ext cx="8961937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7A9CC9-F9FF-4E51-B898-ED69F1A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54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0FEF38E9-2048-4804-8FAC-58E357EC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C9D157E-92DA-448F-9D1C-C988C2755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92dbf357a440f2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533D52D-CAC6-4048-9B96-B2B4C0B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Q4(d) Water intake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3EA3A2F-DAF5-489D-8776-2A0B7CB0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19080-1553-4A3E-ACFC-0560F5E23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b5f661e164c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94204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3D9F5783-40AD-41AD-A2DE-784E59C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56619628-1D95-4E60-A6DD-6647989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B4ADE-943C-48EE-92D7-E1544CA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55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D552CD2-85C7-4D98-97CD-8285E8CE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5130F4C-4CA5-461F-AF93-786665DCA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12c1a49af94f2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0103CAD-6726-4491-89BD-023DE33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Q4(e) Second maximum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EB8A0924-11D8-4DD1-B6C6-57F2149B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ABFE3-9B53-4B88-8CED-8E34333A5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4efed0a3a41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98306" y="1381125"/>
            <a:ext cx="9195388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1F39B3-C8F7-49AF-80D3-0A75C7E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56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CE234BE5-DC6D-40BD-9639-2DD3A21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45F9608-E36F-4913-95D9-0DC54E57E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4d87b253474036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7695A4-ACC2-49B6-A444-C945D63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Q4(e) Second maximum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903D178-228E-47F3-B07E-048CFB7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Fall 2025 (253)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E6779-BEC3-4D7D-B624-265B06213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9305311b241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892736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67E326C5-B7A6-416D-A94C-8E6C53C9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91E66586-1346-44F7-9EFF-4F1CA91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AF3F62-5772-4F14-A674-3196CCC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57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F477C613-805B-4DE8-9DB1-BAF1911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69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AC1043-CB4F-D8A3-5807-6AC646E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2850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rPr>
              <a:t>Summer 2025 (252)</a:t>
            </a:r>
            <a:endParaRPr sz="2400">
              <a:latin typeface="Amasis MT Pro Light"/>
              <a:ea typeface="Amasis MT Pro Light"/>
              <a:cs typeface="Amasis MT Pro Light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7EB9D9-400E-AD3E-A8E4-2DE44135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162" y="3136180"/>
            <a:ext cx="34996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</a:rPr>
              <a:t>-----------------------------------------------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3A1F7E5-95D5-4510-827D-50621640B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9c48b4aac145b1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7" name="section-term">
            <a:extLst xmlns:a="http://schemas.openxmlformats.org/drawingml/2006/main">
              <a:ext uri="{FF2B5EF4-FFF2-40B4-BE49-F238E27FC236}">
                <a16:creationId xmlns:a16="http://schemas.microsoft.com/office/drawing/2014/main" id="{0DB025BF-EBE6-4E4B-B8D6-0575F80F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25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Midterm Examination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68D50B-AB26-4B15-91FD-8A97BCC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58 / 81</a:t>
            </a:r>
          </a:p>
        </p:txBody>
      </p:sp>
      <p:sp>
        <p:nvSpPr>
          <p:cNvPr id="9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546F5473-4C4E-4048-ADC5-E53FCD4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5912651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034E170-D170-43CB-960B-81BBB82C6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68737cab4e4c8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B834802-7A7F-402B-8E35-EC98DDC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Data types and concepts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FFB35B2-0507-4235-9CB8-FC4B410D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821E3-703B-47FE-933B-DB15E00DB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bc5a5a05e4a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2134165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BBED6A-22B3-4F96-BB12-6487E512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59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FAA66D3-9D03-4467-8D8A-8AF7679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EE6860F-ED26-4271-BF6A-F1A53644CF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863588e04844d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CC7C595-F1A3-4D2C-80AD-704E0140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Data types and concepts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093C5B0-FA6F-4DC3-A7F2-1558055D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E2F34-E50F-4C7E-B619-F0F157C5F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d4cdcb5f94e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717397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738D933F-A3A1-48A1-ACAB-0794C56E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9A5C4783-9081-4AA1-9045-AC0036DF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33E2F1-9F3D-41F2-A054-93B8E03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60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D5F2FAB-9300-459F-9E65-182B5AF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3AFB0DE-30B1-4925-B328-FA6AFA56F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d87a9c409c4d6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96DF7EA-AE54-4DC9-A5D1-42C661B8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23C678EE-D2E8-46A7-9080-6F814481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28C5D-4DB9-4E92-A673-822781015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a6bbd4fe746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69229" y="1381125"/>
            <a:ext cx="7453542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FA8EE8-4CEE-4874-965B-895F93F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61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75EBA7BE-6E89-4D2F-A73A-A67F57A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10651D2-1889-437D-AC17-9A2362AAF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be46ca073b425f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00E8BB3-109A-40CD-BCD0-822C022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Q2(a-b) Errors and corrected code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9F7A839-B29D-4F7F-9A80-0372CDD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A34AE-47C4-48EF-9582-DD01013F4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8e9f74fdc463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2335056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E5735526-30A6-40D5-9980-0E143FA2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8FE6C5F7-E194-4486-9FE5-2AC563F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1FD3D1-3F50-4FA6-B5BA-898F26D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62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1543C01-DC67-46CA-9753-FAD5A5B4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A5CABBB-946C-41E0-B1E8-6CA70A56D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6b25ead9c846b7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D7C3357-70AF-43A2-A8DD-A790C2A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Taxi fare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2B74268F-2F66-4B36-9B4A-E95865A1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13C1A-9BB6-4468-B804-6F5BAC53D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9758d68de48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20295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D57802-9B3F-4020-A718-6ABB6B93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63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96329519-14C8-43D2-91B5-F6F48181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E8E6204-6F12-45DA-8F2E-1D4AA7236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fc8f90dfc64bcd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EEBBC3F-0E04-44F3-B984-085B372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Q3(a) Taxi fare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3FFDBCE-E538-462C-A20E-5C5824BF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A90A6-1B3A-4BF4-9A45-C6C085793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048501a7f45f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682230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212DF607-A6E3-4EA1-B54E-64A8FEC1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DC3FC4F0-31AD-4270-BF9B-09F7B64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83318F-A281-4EA1-8BBC-195110A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64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96F8FF9-6D0A-45BD-9B1E-D435C40F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FC51C35-834E-41EE-A7FE-512AE9202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86d493eea84bbc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E8C05EF-BF46-4CAE-BEBC-039C25E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Factorial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525AEB7-6E37-4C31-822C-341DE5E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0AEF2-C164-4587-9FDF-2CC7233AF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f44042a8c43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1590163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79BBAE-52AE-403F-BCAD-7DBECC7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65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D64920A1-1EA4-46DA-B48F-B43767DE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66CDA3D-FF2F-4597-A1E8-53A8F83AE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3a5ca2eafd4a3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9E6FB1-C2EF-4E95-AC47-30BF7E9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Q3(b) Factorial flowchart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37CE2024-7BF3-40B6-9F07-C176CFE5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EAB21-4AD8-4129-A410-ADD717364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0c75067db473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534531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C8BFCDD9-C5F8-4B78-A43E-8FBF6408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793E0C7D-3E27-4919-8327-47E91FFA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250178-FA1E-449E-92CB-05A47594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66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0C4AEF4-F7C8-4F40-9B9E-096C772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9475B69-BCAB-428A-BC17-A677AFD127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860bf834084f24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7ECFD47-CC90-4526-9108-D7027FD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Welcome message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C4B7D495-DB7C-4451-9F78-6796C7E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C771C-A66B-4AC1-BCD1-18F86CDFD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130e6bf024d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2604139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087ADC-FABA-4D46-BF57-9667A456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67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10FD014B-A7E8-4DD5-A888-44D2683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BF78D83-35B8-4556-A772-426E651C2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2d64bb4de44f1a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58910C-2F73-4AB3-B5F1-80500DB5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Q4(a) Welcome message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BAF73D6-1554-4724-BDF7-E960E8FD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5F6A9-22BA-463F-B71B-D33CC1D1E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be30222b94c6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875378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5649EAB2-7EAE-4E82-88B5-B2CAB06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D2F386AE-B621-48B1-A564-B98F481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562155-218F-40E4-A491-C33C4929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68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26147ED8-6491-4260-93B6-EA08264B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AA3786C-5EDB-47AC-93EE-8A8E3AB1C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649d84ca1b46f2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141253E-06D8-481E-B230-6B78D2F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Q4(b-i) Fan control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49CC01B-C784-413A-8484-E96BFD1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7FC0F-CCB8-41B1-8DF9-082106E69A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fa31aa60a46c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3675196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666208-9CF8-4674-A8E8-BF5F68B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69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53FD8A1A-8E87-4AF7-AEE1-CCF1468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3DF1006-78D7-498F-A92C-B074A8AB7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d860db381c47fd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17F7A0-FCD7-4DBF-A47A-3B29DC26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Q4(b-i) Fan control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F5B4F42B-07B8-47D9-BCBA-69A887E8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41A66-3133-4F07-9812-E62987C70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677969e564a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235412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2EABEC62-7E14-4D88-99E0-9FB4A44E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47A4722C-132D-4BE5-9EBD-C39EE2B9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F262CA-BC07-487A-BCE2-9ABEE62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70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A564B643-E5B2-4864-9360-B6604DF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31B44E3-4B42-4BC3-8C6B-98A538716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6a06f0d82748b1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12F25B5-366C-4F6E-91D1-8C085BC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Q4(b-ii) Cooling mode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1D71B4CE-33AF-4AE3-BBDE-9BCA866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EA1EE-B133-46E7-A19A-CB8EDA016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b2b0b2775407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65212" y="1381125"/>
            <a:ext cx="9861575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210A87-D541-4ED1-B87F-58D7918D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71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81BEE2D1-B741-418E-AF30-4DFCD9D8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C2D6ADF-F577-4B4B-8B6C-BB58F2F64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2a4244892e419a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472DE79-C8F4-448B-A5EB-DA7B126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Q4(b-ii) Cooling mode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8C2C999D-926B-4678-A6BE-F36A0218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68684-9EC8-4DFF-9D09-7EBA702EB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6550f0d6f47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764874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51CF5135-9599-4121-B617-293B58D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55A00BFD-328C-4EFD-A54C-7BD11D3F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D9410A-A6EA-450C-8E20-886457F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72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B93FF404-660C-4D88-B47B-C946645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810E5D1-93FA-47E1-AD91-3686D93AE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e4b35d7c4f42e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037B7D7-AED2-4AE8-9E80-707DEEC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Q4(c-i) Tree growth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9C4749B-9743-4CA4-A5BC-7B2840F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24255-B387-4B2F-9FB4-995A74F6D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8098846149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3633193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4D7E0B-5038-4867-B304-45E5A62D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73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F45524F-5EA1-4C3D-84E1-50D4BBC5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B671B0A-6692-452C-9892-5B788FDCC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f7e3cfa6e24c3d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DCAE4F9-3060-449A-8698-7F6DD64E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Q4(c-i) Tree growth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DB63699-7EA6-4CDA-B72F-91E2218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AA09E-BF93-4608-926A-6661B782A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980a796942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221293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0F89B961-88C3-4948-BDCF-0FD86A4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1F33E1A5-0261-4592-A27A-487758D5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793DBF-BFAD-4E05-B30B-7B635A69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74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F5113833-60ED-4432-9142-0A04F1A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4F593FB-2036-4362-8D01-3759A003B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d677ab350f403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6AB54C-E68E-4B8A-83C9-B962DEC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Q4(c-ii) Bird flights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9FA5201F-4F02-4AE0-912B-B767083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02863-B3A9-426F-B6FE-CAE1CE4B4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026fd7c564d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6970" y="1381125"/>
            <a:ext cx="8758060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75D3CB-BADE-424B-9251-8746A9D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75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DF1D4A8-F036-48D7-B716-1FE0911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0D02A3C-6D5D-40EA-915F-1D6D4A391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d141d735914f30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0D5E392-9D80-4E78-B5FF-19FB39D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Q4(c-ii) Bird flights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DDB35855-8DE5-4527-8ABE-1F4C3C06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354B6-4358-402F-A89A-1E7DEF855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35e5158144b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987248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4CF1EF1A-47CB-4A08-B1EF-8D87A4E8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38A95908-7436-42BF-AF7A-F4DCE68B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8B49A9-7138-472B-B581-ED2D4C2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76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D142EFE7-0F22-4ECD-A570-3698CA5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2DB164B-AE08-4D22-B2DA-B05B6C67A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38f95e5a504e48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FDBC226-8E20-43EB-AB4A-2E37C47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Q4(d-i) Temperature readings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190B8A4D-1C19-45C5-8516-071CA49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271D5-8CB4-45E1-92AC-D4D1A77D4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1e5aee78643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08573" y="1381125"/>
            <a:ext cx="9374854" cy="4591050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0FE5B9-4610-418F-B62E-AFC69B53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77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3CCE4E2-82A9-40A8-97CE-61E7B08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FD50FC9-4AA5-4319-8F7A-0698F36AB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a3b8b869964cdb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FF8C297-D19A-4606-8497-F25A244A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Q4(d-i) Temperature readings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45B7C720-A6C5-44BF-9DA4-4B7AFCFB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EA615-E175-4803-A46B-E2CCBF252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d912397a3402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856503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27D2FC4E-BA04-49EF-BEA8-05286F24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C500E0F3-D35D-42C4-B232-BE384D3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C33A9D-1BF3-4CFD-91F8-60CFB863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78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30240ACE-612F-4D8E-AD58-AB68159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3B1D02F-98D7-4779-AB98-515DE65D9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87541fab5a46c6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C4FF6E-265B-47D4-8D39-A87ABF2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Q4(d-ii) Days above average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B32A9C66-21E6-4F4D-A2F4-09C1F707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Question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86029-111A-4B3B-ADF7-302267613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1f7f7331948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381125"/>
            <a:ext cx="11277600" cy="4342403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66582F-F8AF-456B-8AE7-BFFB64F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79 / 81</a:t>
            </a:r>
          </a:p>
        </p:txBody>
      </p:sp>
      <p:sp>
        <p:nvSpPr>
          <p:cNvPr id="11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7098F630-2186-4C65-9D17-14B9CFA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61C1C7C-0431-4A34-B605-959026F70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e0f6abd0884b95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721552" y="6337509"/>
            <a:ext cx="748894" cy="520491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8338B4-9D71-F57B-4E93-3A81337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85" y="121298"/>
            <a:ext cx="11493428" cy="52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defPPr>
            <a:lvl1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1pPr>
            <a:lvl2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2pPr>
            <a:lvl3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3pPr>
            <a:lvl4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4pPr>
            <a:lvl5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5pPr>
            <a:lvl6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6pPr>
            <a:lvl7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7pPr>
            <a:lvl8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8pPr>
            <a:lvl9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masis MT Pro Light"/>
                <a:ea typeface="Amasis MT Pro Light"/>
                <a:cs typeface="Amasis MT Pro Light"/>
              </a:defRPr>
            </a:pPr>
            <a:r>
              <a:rPr sz="1950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/>
                <a:ea typeface="Amasis MT Pro Light"/>
                <a:cs typeface="Amasis MT Pro Light"/>
              </a:rPr>
              <a:t>Programming and Problem Solving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3BF4AF-0E2E-B0EB-018C-DFA5A3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0690" y="196877"/>
            <a:ext cx="207573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B0F0"/>
            </a:solidFill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Midterm</a:t>
            </a:r>
            <a:endParaRPr/>
          </a:p>
        </p:txBody>
      </p:sp>
      <p:sp>
        <p:nvSpPr>
          <p:cNvPr id="7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F38C18-22D0-40AB-AFFF-FF28224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2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Q4(d-ii) Days above average</a:t>
            </a:r>
          </a:p>
        </p:txBody>
      </p:sp>
      <p:sp>
        <p:nvSpPr>
          <p:cNvPr id="8" name="semester-and-location">
            <a:extLst xmlns:a="http://schemas.openxmlformats.org/drawingml/2006/main">
              <a:ext uri="{FF2B5EF4-FFF2-40B4-BE49-F238E27FC236}">
                <a16:creationId xmlns:a16="http://schemas.microsoft.com/office/drawing/2014/main" id="{6DCEE9FE-CA85-4D0F-A0FB-06FA882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Summer 2025 (252)  /  Live solving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6DB02-8572-4453-8238-664B57662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c0381b02a4d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" y="1428750"/>
            <a:ext cx="3790950" cy="1459693"/>
          </a:xfrm>
          <a:prstGeom xmlns:a="http://schemas.openxmlformats.org/drawingml/2006/main" prst="rect">
            <a:avLst/>
          </a:prstGeom>
        </p:spPr>
      </p:pic>
      <p:sp>
        <p:nvSpPr>
          <p:cNvPr id="10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BEDAE7E0-662A-4115-9293-C4A7FB71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00B0F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Working</a:t>
            </a:r>
          </a:p>
        </p:txBody>
      </p:sp>
      <p:sp>
        <p:nvSpPr>
          <p:cNvPr id="11" name="working-divider">
            <a:extLst xmlns:a="http://schemas.openxmlformats.org/drawingml/2006/main">
              <a:ext uri="{FF2B5EF4-FFF2-40B4-BE49-F238E27FC236}">
                <a16:creationId xmlns:a16="http://schemas.microsoft.com/office/drawing/2014/main" id="{3AA7870A-6AFE-49D3-AE40-AB856313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0" cy="454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C194C0-B10A-42E2-A116-86E9C090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80 / 81</a:t>
            </a:r>
          </a:p>
        </p:txBody>
      </p:sp>
      <p:sp>
        <p:nvSpPr>
          <p:cNvPr id="13" name="batch-subheading">
            <a:extLst xmlns:a="http://schemas.openxmlformats.org/drawingml/2006/main">
              <a:ext uri="{FF2B5EF4-FFF2-40B4-BE49-F238E27FC236}">
                <a16:creationId xmlns:a16="http://schemas.microsoft.com/office/drawing/2014/main" id="{6DBC7602-8189-480E-9132-07656184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575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Batch 68</a:t>
            </a:r>
          </a:p>
        </p:txBody>
      </p:sp>
    </p:spTree>
    <p:extLst>
      <p:ext uri="{BB962C8B-B14F-4D97-AF65-F5344CB8AC3E}">
        <p14:creationId xmlns:p14="http://schemas.microsoft.com/office/powerpoint/2010/main" val="3177725559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CC3F29-B9C9-2195-E394-719180AC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78" y="2905780"/>
            <a:ext cx="17632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FFFF00"/>
                </a:solidFill>
                <a:latin typeface="Amasis MT Pro Light"/>
                <a:ea typeface="Amasis MT Pro Light"/>
                <a:cs typeface="Amasis MT Pro Light"/>
              </a:rPr>
              <a:t>T</a:t>
            </a:r>
            <a:r>
              <a:rPr sz="2800">
                <a:latin typeface="Amasis MT Pro Light"/>
                <a:ea typeface="Amasis MT Pro Light"/>
                <a:cs typeface="Amasis MT Pro Light"/>
              </a:rPr>
              <a:t>hank </a:t>
            </a:r>
            <a:r>
              <a:rPr sz="2800">
                <a:solidFill>
                  <a:srgbClr val="00B0F0"/>
                </a:solidFill>
                <a:latin typeface="Amasis MT Pro Light"/>
                <a:ea typeface="Amasis MT Pro Light"/>
                <a:cs typeface="Amasis MT Pro Light"/>
              </a:rPr>
              <a:t>Y</a:t>
            </a:r>
            <a:r>
              <a:rPr sz="2800">
                <a:latin typeface="Amasis MT Pro Light"/>
                <a:ea typeface="Amasis MT Pro Light"/>
                <a:cs typeface="Amasis MT Pro Light"/>
              </a:rPr>
              <a:t>ou</a:t>
            </a:r>
            <a:endParaRPr sz="2800">
              <a:latin typeface="Amasis MT Pro Light"/>
              <a:ea typeface="Amasis MT Pro Light"/>
              <a:cs typeface="Amasis MT Pro Light"/>
            </a:endParaRP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2830AB46-43F8-44E3-9BDE-6791F856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004" y="3360176"/>
            <a:ext cx="316598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9E719CB-97E9-40AC-BBCD-270AF9194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65e75f01114b52"/>
          <a:srcRect xmlns:a="http://schemas.openxmlformats.org/drawingml/2006/main" l="22545" t="30211" r="19901" b="29789"/>
          <a:stretch xmlns:a="http://schemas.openxmlformats.org/drawingml/2006/main"/>
        </p:blipFill>
        <p:spPr>
          <a:xfrm xmlns:a="http://schemas.openxmlformats.org/drawingml/2006/main">
            <a:off x="5416331" y="5780138"/>
            <a:ext cx="1359332" cy="944753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2601D5-DE83-4BD5-BBC7-F8BB9AF4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defPPr>
            <a:lvl1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81 / 81</a:t>
            </a:r>
          </a:p>
        </p:txBody>
      </p:sp>
    </p:spTree>
    <p:extLst>
      <p:ext uri="{BB962C8B-B14F-4D97-AF65-F5344CB8AC3E}">
        <p14:creationId xmlns:p14="http://schemas.microsoft.com/office/powerpoint/2010/main" val="22647504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2026-10-21T17:21:03.2150000Z</dcterms:created>
  <dcterms:modified xsi:type="dcterms:W3CDTF">2026-10-21T17:21:03.2340000Z</dcterms:modified>
</coreProperties>
</file>